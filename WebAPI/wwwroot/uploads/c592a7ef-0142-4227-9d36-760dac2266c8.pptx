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embeddedFontLst>
    <p:embeddedFont>
      <p:font typeface="微软雅黑" panose="020B0503020204020204" pitchFamily="34" charset="-122"/>
      <p:regular r:id="rId22"/>
      <p:bold r:id="rId23"/>
    </p:embeddedFont>
    <p:embeddedFont>
      <p:font typeface="Liter" panose="020B0604020202020204" charset="0"/>
      <p:regular r:id="rId24"/>
    </p:embeddedFont>
  </p:embeddedFont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01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af086b8859fbda1d092388f023a4d7308d261feb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4" name="Shape 1"/>
          <p:cNvSpPr/>
          <p:nvPr/>
        </p:nvSpPr>
        <p:spPr>
          <a:xfrm>
            <a:off x="336459" y="1104900"/>
            <a:ext cx="2428875" cy="419100"/>
          </a:xfrm>
          <a:custGeom>
            <a:avLst/>
            <a:gdLst/>
            <a:ahLst/>
            <a:cxnLst/>
            <a:rect l="l" t="t" r="r" b="b"/>
            <a:pathLst>
              <a:path w="2428875" h="419100">
                <a:moveTo>
                  <a:pt x="0" y="0"/>
                </a:moveTo>
                <a:lnTo>
                  <a:pt x="2428875" y="0"/>
                </a:lnTo>
                <a:lnTo>
                  <a:pt x="24288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581256" y="1171575"/>
            <a:ext cx="212563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15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KAPSAMLI REHBER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28800"/>
            <a:ext cx="12001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VE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BADANALAR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672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48200"/>
            <a:ext cx="6543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Türler, Uygulama Teknikleri ve Trendler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79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5981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157163" y="0"/>
                </a:lnTo>
                <a:cubicBezTo>
                  <a:pt x="172923" y="0"/>
                  <a:pt x="185738" y="12814"/>
                  <a:pt x="185738" y="28575"/>
                </a:cubicBezTo>
                <a:lnTo>
                  <a:pt x="192881" y="28575"/>
                </a:lnTo>
                <a:cubicBezTo>
                  <a:pt x="212616" y="28575"/>
                  <a:pt x="228600" y="44559"/>
                  <a:pt x="228600" y="64294"/>
                </a:cubicBezTo>
                <a:lnTo>
                  <a:pt x="228600" y="107156"/>
                </a:lnTo>
                <a:cubicBezTo>
                  <a:pt x="228600" y="126891"/>
                  <a:pt x="212616" y="142875"/>
                  <a:pt x="192881" y="142875"/>
                </a:cubicBezTo>
                <a:lnTo>
                  <a:pt x="121444" y="142875"/>
                </a:lnTo>
                <a:cubicBezTo>
                  <a:pt x="117515" y="142875"/>
                  <a:pt x="114300" y="146090"/>
                  <a:pt x="114300" y="150019"/>
                </a:cubicBezTo>
                <a:lnTo>
                  <a:pt x="114300" y="158368"/>
                </a:lnTo>
                <a:cubicBezTo>
                  <a:pt x="122605" y="161315"/>
                  <a:pt x="128588" y="169262"/>
                  <a:pt x="128588" y="178594"/>
                </a:cubicBezTo>
                <a:lnTo>
                  <a:pt x="128588" y="221456"/>
                </a:lnTo>
                <a:cubicBezTo>
                  <a:pt x="128588" y="233288"/>
                  <a:pt x="118988" y="242888"/>
                  <a:pt x="107156" y="242888"/>
                </a:cubicBezTo>
                <a:lnTo>
                  <a:pt x="92869" y="242888"/>
                </a:lnTo>
                <a:cubicBezTo>
                  <a:pt x="81037" y="242888"/>
                  <a:pt x="71438" y="233288"/>
                  <a:pt x="71438" y="221456"/>
                </a:cubicBezTo>
                <a:lnTo>
                  <a:pt x="71438" y="178594"/>
                </a:lnTo>
                <a:cubicBezTo>
                  <a:pt x="71438" y="169262"/>
                  <a:pt x="77420" y="161315"/>
                  <a:pt x="85725" y="158368"/>
                </a:cubicBezTo>
                <a:lnTo>
                  <a:pt x="85725" y="150019"/>
                </a:lnTo>
                <a:cubicBezTo>
                  <a:pt x="85725" y="130284"/>
                  <a:pt x="101709" y="114300"/>
                  <a:pt x="121444" y="114300"/>
                </a:cubicBezTo>
                <a:lnTo>
                  <a:pt x="192881" y="114300"/>
                </a:lnTo>
                <a:cubicBezTo>
                  <a:pt x="196810" y="114300"/>
                  <a:pt x="200025" y="111085"/>
                  <a:pt x="200025" y="107156"/>
                </a:cubicBezTo>
                <a:lnTo>
                  <a:pt x="200025" y="64294"/>
                </a:lnTo>
                <a:cubicBezTo>
                  <a:pt x="200025" y="60365"/>
                  <a:pt x="196810" y="57150"/>
                  <a:pt x="192881" y="57150"/>
                </a:cubicBezTo>
                <a:lnTo>
                  <a:pt x="185738" y="57150"/>
                </a:lnTo>
                <a:cubicBezTo>
                  <a:pt x="185738" y="72911"/>
                  <a:pt x="172923" y="85725"/>
                  <a:pt x="157163" y="85725"/>
                </a:cubicBezTo>
                <a:lnTo>
                  <a:pt x="28575" y="85725"/>
                </a:lnTo>
                <a:cubicBezTo>
                  <a:pt x="12814" y="85725"/>
                  <a:pt x="0" y="72911"/>
                  <a:pt x="0" y="57150"/>
                </a:cubicBezTo>
                <a:lnTo>
                  <a:pt x="0" y="28575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58674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6057900"/>
            <a:ext cx="22863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Tugay karataş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54792" y="571500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173867" y="6286500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SAYFA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085850" cy="304800"/>
          </a:xfrm>
          <a:custGeom>
            <a:avLst/>
            <a:gdLst/>
            <a:ahLst/>
            <a:cxnLst/>
            <a:rect l="l" t="t" r="r" b="b"/>
            <a:pathLst>
              <a:path w="1085850" h="304800">
                <a:moveTo>
                  <a:pt x="0" y="0"/>
                </a:moveTo>
                <a:lnTo>
                  <a:pt x="1085850" y="0"/>
                </a:lnTo>
                <a:lnTo>
                  <a:pt x="108585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47675"/>
            <a:ext cx="8490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İÇİNDEKİLER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SUNUM AKIŞI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62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905000"/>
            <a:ext cx="5467350" cy="1028700"/>
          </a:xfrm>
          <a:custGeom>
            <a:avLst/>
            <a:gdLst/>
            <a:ahLst/>
            <a:cxnLst/>
            <a:rect l="l" t="t" r="r" b="b"/>
            <a:pathLst>
              <a:path w="5467350" h="1028700">
                <a:moveTo>
                  <a:pt x="0" y="0"/>
                </a:moveTo>
                <a:lnTo>
                  <a:pt x="5467350" y="0"/>
                </a:lnTo>
                <a:lnTo>
                  <a:pt x="54673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9050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2057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Text 7"/>
          <p:cNvSpPr/>
          <p:nvPr/>
        </p:nvSpPr>
        <p:spPr>
          <a:xfrm>
            <a:off x="523875" y="2057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205740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TEMEL KAVRAMLAR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1100" y="236220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ve Badana Nedir?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43650" y="1905000"/>
            <a:ext cx="5467350" cy="1028700"/>
          </a:xfrm>
          <a:custGeom>
            <a:avLst/>
            <a:gdLst/>
            <a:ahLst/>
            <a:cxnLst/>
            <a:rect l="l" t="t" r="r" b="b"/>
            <a:pathLst>
              <a:path w="5467350" h="1028700">
                <a:moveTo>
                  <a:pt x="0" y="0"/>
                </a:moveTo>
                <a:lnTo>
                  <a:pt x="5467350" y="0"/>
                </a:lnTo>
                <a:lnTo>
                  <a:pt x="54673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43650" y="19050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15100" y="2057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67475" y="2057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24700" y="20574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İÇ CEPHE BOYALARI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24700" y="236220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İç Mekanlar İçin Boya Türleri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086100"/>
            <a:ext cx="5467350" cy="1028700"/>
          </a:xfrm>
          <a:custGeom>
            <a:avLst/>
            <a:gdLst/>
            <a:ahLst/>
            <a:cxnLst/>
            <a:rect l="l" t="t" r="r" b="b"/>
            <a:pathLst>
              <a:path w="5467350" h="1028700">
                <a:moveTo>
                  <a:pt x="0" y="0"/>
                </a:moveTo>
                <a:lnTo>
                  <a:pt x="5467350" y="0"/>
                </a:lnTo>
                <a:lnTo>
                  <a:pt x="54673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30861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323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523875" y="3238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1100" y="3238500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DIŞ CEPHE BOYALARI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" y="3543300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Dış Mekanlar İçin Boya Türleri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43650" y="3086100"/>
            <a:ext cx="5467350" cy="1028700"/>
          </a:xfrm>
          <a:custGeom>
            <a:avLst/>
            <a:gdLst/>
            <a:ahLst/>
            <a:cxnLst/>
            <a:rect l="l" t="t" r="r" b="b"/>
            <a:pathLst>
              <a:path w="5467350" h="1028700">
                <a:moveTo>
                  <a:pt x="0" y="0"/>
                </a:moveTo>
                <a:lnTo>
                  <a:pt x="5467350" y="0"/>
                </a:lnTo>
                <a:lnTo>
                  <a:pt x="54673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343650" y="30861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5100" y="323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67475" y="3238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24700" y="323850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TEKNOLOJİLERİ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24700" y="354330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Bazlı vs Solvent Bazlı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4267200"/>
            <a:ext cx="5467350" cy="1028700"/>
          </a:xfrm>
          <a:custGeom>
            <a:avLst/>
            <a:gdLst/>
            <a:ahLst/>
            <a:cxnLst/>
            <a:rect l="l" t="t" r="r" b="b"/>
            <a:pathLst>
              <a:path w="5467350" h="1028700">
                <a:moveTo>
                  <a:pt x="0" y="0"/>
                </a:moveTo>
                <a:lnTo>
                  <a:pt x="5467350" y="0"/>
                </a:lnTo>
                <a:lnTo>
                  <a:pt x="54673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00050" y="42672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71500" y="4419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3" name="Text 31"/>
          <p:cNvSpPr/>
          <p:nvPr/>
        </p:nvSpPr>
        <p:spPr>
          <a:xfrm>
            <a:off x="523875" y="4419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1100" y="4419600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UYGULAMA TEKNİKLERİ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81100" y="4724400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Profesyonel Boyama İpuçları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43650" y="4267200"/>
            <a:ext cx="5467350" cy="1028700"/>
          </a:xfrm>
          <a:custGeom>
            <a:avLst/>
            <a:gdLst/>
            <a:ahLst/>
            <a:cxnLst/>
            <a:rect l="l" t="t" r="r" b="b"/>
            <a:pathLst>
              <a:path w="5467350" h="1028700">
                <a:moveTo>
                  <a:pt x="0" y="0"/>
                </a:moveTo>
                <a:lnTo>
                  <a:pt x="5467350" y="0"/>
                </a:lnTo>
                <a:lnTo>
                  <a:pt x="54673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43650" y="42672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8" name="Shape 36"/>
          <p:cNvSpPr/>
          <p:nvPr/>
        </p:nvSpPr>
        <p:spPr>
          <a:xfrm>
            <a:off x="6515100" y="4419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9" name="Text 37"/>
          <p:cNvSpPr/>
          <p:nvPr/>
        </p:nvSpPr>
        <p:spPr>
          <a:xfrm>
            <a:off x="6467475" y="4419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24700" y="441960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PROBLEMLER VE ÇÖZÜMLER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24700" y="4724400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Sık Karşılaşılan Boya Sorunları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00050" y="5448300"/>
            <a:ext cx="5467350" cy="1028700"/>
          </a:xfrm>
          <a:custGeom>
            <a:avLst/>
            <a:gdLst/>
            <a:ahLst/>
            <a:cxnLst/>
            <a:rect l="l" t="t" r="r" b="b"/>
            <a:pathLst>
              <a:path w="5467350" h="1028700">
                <a:moveTo>
                  <a:pt x="0" y="0"/>
                </a:moveTo>
                <a:lnTo>
                  <a:pt x="5467350" y="0"/>
                </a:lnTo>
                <a:lnTo>
                  <a:pt x="54673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0050" y="5448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4" name="Shape 42"/>
          <p:cNvSpPr/>
          <p:nvPr/>
        </p:nvSpPr>
        <p:spPr>
          <a:xfrm>
            <a:off x="571500" y="560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5" name="Text 43"/>
          <p:cNvSpPr/>
          <p:nvPr/>
        </p:nvSpPr>
        <p:spPr>
          <a:xfrm>
            <a:off x="523875" y="5600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81100" y="5600700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RENK TRENDLERİ 2024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81100" y="59055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Yılın Öne Çıkan Renkleri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43650" y="5448300"/>
            <a:ext cx="5467350" cy="1028700"/>
          </a:xfrm>
          <a:custGeom>
            <a:avLst/>
            <a:gdLst/>
            <a:ahLst/>
            <a:cxnLst/>
            <a:rect l="l" t="t" r="r" b="b"/>
            <a:pathLst>
              <a:path w="5467350" h="1028700">
                <a:moveTo>
                  <a:pt x="0" y="0"/>
                </a:moveTo>
                <a:lnTo>
                  <a:pt x="5467350" y="0"/>
                </a:lnTo>
                <a:lnTo>
                  <a:pt x="54673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343650" y="5448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0" name="Shape 48"/>
          <p:cNvSpPr/>
          <p:nvPr/>
        </p:nvSpPr>
        <p:spPr>
          <a:xfrm>
            <a:off x="6515100" y="560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1" name="Text 49"/>
          <p:cNvSpPr/>
          <p:nvPr/>
        </p:nvSpPr>
        <p:spPr>
          <a:xfrm>
            <a:off x="6467475" y="5600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24700" y="5600700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SEKTÖR İNOVASYONLARI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24700" y="59055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Sektöründe Yenilikler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lieupaint.com/58dc94dbd1becf8b22a409a3db8a8e86d3d7ee25.webp"/>
          <p:cNvPicPr>
            <a:picLocks noChangeAspect="1"/>
          </p:cNvPicPr>
          <p:nvPr/>
        </p:nvPicPr>
        <p:blipFill>
          <a:blip r:embed="rId3">
            <a:alphaModFix amt="30000"/>
          </a:blip>
          <a:srcRect t="32" b="3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4" name="Shape 1"/>
          <p:cNvSpPr/>
          <p:nvPr/>
        </p:nvSpPr>
        <p:spPr>
          <a:xfrm>
            <a:off x="324311" y="1428750"/>
            <a:ext cx="1724025" cy="533400"/>
          </a:xfrm>
          <a:custGeom>
            <a:avLst/>
            <a:gdLst/>
            <a:ahLst/>
            <a:cxnLst/>
            <a:rect l="l" t="t" r="r" b="b"/>
            <a:pathLst>
              <a:path w="1724025" h="533400">
                <a:moveTo>
                  <a:pt x="0" y="0"/>
                </a:moveTo>
                <a:lnTo>
                  <a:pt x="1724025" y="0"/>
                </a:lnTo>
                <a:lnTo>
                  <a:pt x="17240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575182" y="1524000"/>
            <a:ext cx="145213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BÖLÜM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90750"/>
            <a:ext cx="591502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TEMEL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KAVRAMLAR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053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86350"/>
            <a:ext cx="5600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ve Badana Nedir?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485900" cy="304800"/>
          </a:xfrm>
          <a:custGeom>
            <a:avLst/>
            <a:gdLst/>
            <a:ahLst/>
            <a:cxnLst/>
            <a:rect l="l" t="t" r="r" b="b"/>
            <a:pathLst>
              <a:path w="1485900" h="304800">
                <a:moveTo>
                  <a:pt x="0" y="0"/>
                </a:moveTo>
                <a:lnTo>
                  <a:pt x="1485900" y="0"/>
                </a:lnTo>
                <a:lnTo>
                  <a:pt x="14859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495300" y="447675"/>
            <a:ext cx="13196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TEMEL KAVRAMLAR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ve Badana: Temel Farklar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390525" y="1647825"/>
            <a:ext cx="5543550" cy="3905250"/>
          </a:xfrm>
          <a:custGeom>
            <a:avLst/>
            <a:gdLst/>
            <a:ahLst/>
            <a:cxnLst/>
            <a:rect l="l" t="t" r="r" b="b"/>
            <a:pathLst>
              <a:path w="5543550" h="3905250">
                <a:moveTo>
                  <a:pt x="0" y="0"/>
                </a:moveTo>
                <a:lnTo>
                  <a:pt x="5543550" y="0"/>
                </a:lnTo>
                <a:lnTo>
                  <a:pt x="5543550" y="3905250"/>
                </a:lnTo>
                <a:lnTo>
                  <a:pt x="0" y="390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8650" y="1885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Shape 6"/>
          <p:cNvSpPr/>
          <p:nvPr/>
        </p:nvSpPr>
        <p:spPr>
          <a:xfrm>
            <a:off x="775097" y="20478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8170" y="5748"/>
                </a:moveTo>
                <a:lnTo>
                  <a:pt x="144605" y="88181"/>
                </a:lnTo>
                <a:cubicBezTo>
                  <a:pt x="128364" y="99008"/>
                  <a:pt x="118039" y="116588"/>
                  <a:pt x="116365" y="135787"/>
                </a:cubicBezTo>
                <a:cubicBezTo>
                  <a:pt x="151135" y="142931"/>
                  <a:pt x="178538" y="170334"/>
                  <a:pt x="185738" y="205160"/>
                </a:cubicBezTo>
                <a:cubicBezTo>
                  <a:pt x="204992" y="203485"/>
                  <a:pt x="222517" y="193160"/>
                  <a:pt x="233344" y="176919"/>
                </a:cubicBezTo>
                <a:lnTo>
                  <a:pt x="315720" y="53299"/>
                </a:lnTo>
                <a:cubicBezTo>
                  <a:pt x="319460" y="47662"/>
                  <a:pt x="321469" y="41077"/>
                  <a:pt x="321469" y="34268"/>
                </a:cubicBezTo>
                <a:cubicBezTo>
                  <a:pt x="321469" y="15348"/>
                  <a:pt x="306121" y="0"/>
                  <a:pt x="287201" y="0"/>
                </a:cubicBezTo>
                <a:cubicBezTo>
                  <a:pt x="280448" y="0"/>
                  <a:pt x="273807" y="2009"/>
                  <a:pt x="268170" y="5748"/>
                </a:cubicBezTo>
                <a:close/>
                <a:moveTo>
                  <a:pt x="160734" y="223242"/>
                </a:moveTo>
                <a:cubicBezTo>
                  <a:pt x="160734" y="188695"/>
                  <a:pt x="132773" y="160734"/>
                  <a:pt x="98227" y="160734"/>
                </a:cubicBezTo>
                <a:cubicBezTo>
                  <a:pt x="63680" y="160734"/>
                  <a:pt x="35719" y="188695"/>
                  <a:pt x="35719" y="223242"/>
                </a:cubicBezTo>
                <a:cubicBezTo>
                  <a:pt x="35719" y="225419"/>
                  <a:pt x="35830" y="227595"/>
                  <a:pt x="36054" y="229716"/>
                </a:cubicBezTo>
                <a:cubicBezTo>
                  <a:pt x="37058" y="239483"/>
                  <a:pt x="30361" y="250031"/>
                  <a:pt x="20538" y="250031"/>
                </a:cubicBezTo>
                <a:lnTo>
                  <a:pt x="17859" y="250031"/>
                </a:lnTo>
                <a:cubicBezTo>
                  <a:pt x="7981" y="250031"/>
                  <a:pt x="0" y="258012"/>
                  <a:pt x="0" y="267891"/>
                </a:cubicBezTo>
                <a:cubicBezTo>
                  <a:pt x="0" y="277769"/>
                  <a:pt x="7981" y="285750"/>
                  <a:pt x="17859" y="285750"/>
                </a:cubicBezTo>
                <a:lnTo>
                  <a:pt x="98227" y="285750"/>
                </a:lnTo>
                <a:cubicBezTo>
                  <a:pt x="132773" y="285750"/>
                  <a:pt x="160734" y="257789"/>
                  <a:pt x="160734" y="223242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390650" y="2019300"/>
            <a:ext cx="895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8650" y="2647950"/>
            <a:ext cx="5153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Yüzeyin rengini değiştirirken aynı zamanda onu dış etkenlere karşı koruyan </a:t>
            </a:r>
            <a:r>
              <a:rPr lang="en-US" sz="135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kaplama malzemesidir </a:t>
            </a: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2463" y="33766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2" name="Text 10"/>
          <p:cNvSpPr/>
          <p:nvPr/>
        </p:nvSpPr>
        <p:spPr>
          <a:xfrm>
            <a:off x="981075" y="3357563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Dekoratif görünüm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2463" y="36814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981075" y="3662362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Geniş renk seçeneği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2463" y="39862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6" name="Text 14"/>
          <p:cNvSpPr/>
          <p:nvPr/>
        </p:nvSpPr>
        <p:spPr>
          <a:xfrm>
            <a:off x="981075" y="3967163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Silinebilir özellik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2463" y="42910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981075" y="4271963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Orta-yüksek dayanım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8650" y="4929188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  <a:lnTo>
                  <a:pt x="50673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8650" y="508635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Kullanım: Konut, ofis, dekoratif iç/dış cephe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7925" y="1647825"/>
            <a:ext cx="5543550" cy="3905250"/>
          </a:xfrm>
          <a:custGeom>
            <a:avLst/>
            <a:gdLst/>
            <a:ahLst/>
            <a:cxnLst/>
            <a:rect l="l" t="t" r="r" b="b"/>
            <a:pathLst>
              <a:path w="5543550" h="3905250">
                <a:moveTo>
                  <a:pt x="0" y="0"/>
                </a:moveTo>
                <a:lnTo>
                  <a:pt x="5543550" y="0"/>
                </a:lnTo>
                <a:lnTo>
                  <a:pt x="5543550" y="3905250"/>
                </a:lnTo>
                <a:lnTo>
                  <a:pt x="0" y="390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6050" y="1885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42497" y="20478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845" y="39960"/>
                </a:moveTo>
                <a:lnTo>
                  <a:pt x="136903" y="75902"/>
                </a:lnTo>
                <a:lnTo>
                  <a:pt x="155544" y="94543"/>
                </a:lnTo>
                <a:cubicBezTo>
                  <a:pt x="162520" y="101519"/>
                  <a:pt x="162520" y="112849"/>
                  <a:pt x="155544" y="119825"/>
                </a:cubicBezTo>
                <a:cubicBezTo>
                  <a:pt x="148568" y="126802"/>
                  <a:pt x="137238" y="126802"/>
                  <a:pt x="130262" y="119825"/>
                </a:cubicBezTo>
                <a:lnTo>
                  <a:pt x="111621" y="101185"/>
                </a:lnTo>
                <a:lnTo>
                  <a:pt x="57820" y="154986"/>
                </a:lnTo>
                <a:cubicBezTo>
                  <a:pt x="56201" y="156604"/>
                  <a:pt x="54973" y="158614"/>
                  <a:pt x="54304" y="160734"/>
                </a:cubicBezTo>
                <a:lnTo>
                  <a:pt x="233735" y="160734"/>
                </a:lnTo>
                <a:lnTo>
                  <a:pt x="263705" y="130764"/>
                </a:lnTo>
                <a:cubicBezTo>
                  <a:pt x="266440" y="128029"/>
                  <a:pt x="267946" y="124346"/>
                  <a:pt x="267946" y="120551"/>
                </a:cubicBezTo>
                <a:cubicBezTo>
                  <a:pt x="267946" y="116756"/>
                  <a:pt x="266440" y="113016"/>
                  <a:pt x="263705" y="110337"/>
                </a:cubicBezTo>
                <a:lnTo>
                  <a:pt x="193272" y="39960"/>
                </a:lnTo>
                <a:cubicBezTo>
                  <a:pt x="190593" y="37226"/>
                  <a:pt x="186910" y="35719"/>
                  <a:pt x="183059" y="35719"/>
                </a:cubicBezTo>
                <a:cubicBezTo>
                  <a:pt x="179208" y="35719"/>
                  <a:pt x="175524" y="37226"/>
                  <a:pt x="172845" y="39960"/>
                </a:cubicBezTo>
                <a:close/>
                <a:moveTo>
                  <a:pt x="32538" y="129704"/>
                </a:moveTo>
                <a:lnTo>
                  <a:pt x="86339" y="75902"/>
                </a:lnTo>
                <a:lnTo>
                  <a:pt x="58769" y="48332"/>
                </a:lnTo>
                <a:cubicBezTo>
                  <a:pt x="51792" y="41356"/>
                  <a:pt x="51792" y="30026"/>
                  <a:pt x="58769" y="23050"/>
                </a:cubicBezTo>
                <a:cubicBezTo>
                  <a:pt x="65745" y="16073"/>
                  <a:pt x="77074" y="16073"/>
                  <a:pt x="84051" y="23050"/>
                </a:cubicBezTo>
                <a:lnTo>
                  <a:pt x="111621" y="50620"/>
                </a:lnTo>
                <a:lnTo>
                  <a:pt x="147563" y="14678"/>
                </a:lnTo>
                <a:cubicBezTo>
                  <a:pt x="156995" y="5302"/>
                  <a:pt x="169720" y="0"/>
                  <a:pt x="183059" y="0"/>
                </a:cubicBezTo>
                <a:cubicBezTo>
                  <a:pt x="196397" y="0"/>
                  <a:pt x="209122" y="5302"/>
                  <a:pt x="218554" y="14678"/>
                </a:cubicBezTo>
                <a:lnTo>
                  <a:pt x="288931" y="85055"/>
                </a:lnTo>
                <a:cubicBezTo>
                  <a:pt x="298307" y="94487"/>
                  <a:pt x="303609" y="107212"/>
                  <a:pt x="303609" y="120551"/>
                </a:cubicBezTo>
                <a:cubicBezTo>
                  <a:pt x="303609" y="133890"/>
                  <a:pt x="298307" y="146614"/>
                  <a:pt x="288931" y="156046"/>
                </a:cubicBezTo>
                <a:lnTo>
                  <a:pt x="173906" y="271072"/>
                </a:lnTo>
                <a:cubicBezTo>
                  <a:pt x="164474" y="280448"/>
                  <a:pt x="151749" y="285750"/>
                  <a:pt x="138410" y="285750"/>
                </a:cubicBezTo>
                <a:cubicBezTo>
                  <a:pt x="125071" y="285750"/>
                  <a:pt x="112347" y="280448"/>
                  <a:pt x="102915" y="271072"/>
                </a:cubicBezTo>
                <a:lnTo>
                  <a:pt x="32538" y="200695"/>
                </a:lnTo>
                <a:cubicBezTo>
                  <a:pt x="23161" y="191263"/>
                  <a:pt x="17859" y="178538"/>
                  <a:pt x="17859" y="165199"/>
                </a:cubicBezTo>
                <a:cubicBezTo>
                  <a:pt x="17859" y="151860"/>
                  <a:pt x="23161" y="139136"/>
                  <a:pt x="32538" y="129704"/>
                </a:cubicBezTo>
                <a:close/>
                <a:moveTo>
                  <a:pt x="285750" y="303609"/>
                </a:moveTo>
                <a:cubicBezTo>
                  <a:pt x="266049" y="303609"/>
                  <a:pt x="250031" y="287592"/>
                  <a:pt x="250031" y="267891"/>
                </a:cubicBezTo>
                <a:cubicBezTo>
                  <a:pt x="250031" y="253826"/>
                  <a:pt x="268225" y="223465"/>
                  <a:pt x="278606" y="207225"/>
                </a:cubicBezTo>
                <a:cubicBezTo>
                  <a:pt x="281955" y="201978"/>
                  <a:pt x="289489" y="201978"/>
                  <a:pt x="292838" y="207225"/>
                </a:cubicBezTo>
                <a:cubicBezTo>
                  <a:pt x="303275" y="223465"/>
                  <a:pt x="321413" y="253826"/>
                  <a:pt x="321413" y="267891"/>
                </a:cubicBezTo>
                <a:cubicBezTo>
                  <a:pt x="321413" y="287592"/>
                  <a:pt x="305395" y="303609"/>
                  <a:pt x="285694" y="3036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258050" y="2019300"/>
            <a:ext cx="1304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BADANA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6050" y="2647950"/>
            <a:ext cx="5153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Genellikle </a:t>
            </a:r>
            <a:r>
              <a:rPr lang="en-US" sz="135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kireç esaslı </a:t>
            </a: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daha ekonomik bir kaplama yöntemidir. Günümüzde bazı mekanlarda hâlâ tercih edilmektedir.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10338" y="34147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753225" y="3357563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 görünüm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10338" y="371951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753225" y="3662362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Sınırlı renk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10338" y="40243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753225" y="3967163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Genellikle silinemez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10338" y="43291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753225" y="4271963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Düşük-orta dayanım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96050" y="4929188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  <a:lnTo>
                  <a:pt x="50673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96050" y="508635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Kullanım: Depo, ahır, köy evi, düşük bütçeli alan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0050" y="5715000"/>
            <a:ext cx="11410950" cy="762000"/>
          </a:xfrm>
          <a:custGeom>
            <a:avLst/>
            <a:gdLst/>
            <a:ahLst/>
            <a:cxnLst/>
            <a:rect l="l" t="t" r="r" b="b"/>
            <a:pathLst>
              <a:path w="11410950" h="762000">
                <a:moveTo>
                  <a:pt x="0" y="0"/>
                </a:moveTo>
                <a:lnTo>
                  <a:pt x="11410950" y="0"/>
                </a:lnTo>
                <a:lnTo>
                  <a:pt x="11410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0050" y="57150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600" y="5905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9" name="Text 37"/>
          <p:cNvSpPr/>
          <p:nvPr/>
        </p:nvSpPr>
        <p:spPr>
          <a:xfrm>
            <a:off x="819150" y="5867400"/>
            <a:ext cx="1091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ve badananın sağladığı temel faydalar: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Mekâna estetik görünüm kazandırır, duvarları korur, nem ve küfe karşı dayanım sağlar, hijyen algısını artırır ve mülk değerini yükseltir.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ydomaine.com/199e49ee9f53e6c15de27d6eec0fac1efa64ec8b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8281" b="282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5000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4311" y="1428750"/>
            <a:ext cx="1762125" cy="533400"/>
          </a:xfrm>
          <a:custGeom>
            <a:avLst/>
            <a:gdLst/>
            <a:ahLst/>
            <a:cxnLst/>
            <a:rect l="l" t="t" r="r" b="b"/>
            <a:pathLst>
              <a:path w="1762125" h="533400">
                <a:moveTo>
                  <a:pt x="0" y="0"/>
                </a:moveTo>
                <a:lnTo>
                  <a:pt x="1762125" y="0"/>
                </a:lnTo>
                <a:lnTo>
                  <a:pt x="17621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575182" y="1524000"/>
            <a:ext cx="149350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BÖLÜM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90750"/>
            <a:ext cx="47910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İÇ CEPHE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BOYALARI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053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86350"/>
            <a:ext cx="4476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İç Mekanlar İçin Boya Türleri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466850" cy="304800"/>
          </a:xfrm>
          <a:custGeom>
            <a:avLst/>
            <a:gdLst/>
            <a:ahLst/>
            <a:cxnLst/>
            <a:rect l="l" t="t" r="r" b="b"/>
            <a:pathLst>
              <a:path w="1466850" h="304800">
                <a:moveTo>
                  <a:pt x="0" y="0"/>
                </a:moveTo>
                <a:lnTo>
                  <a:pt x="1466850" y="0"/>
                </a:lnTo>
                <a:lnTo>
                  <a:pt x="146685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495300" y="447675"/>
            <a:ext cx="13084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İÇ CEPHE BOYALARI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İç Cephe Boya Çeşitleri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85900"/>
            <a:ext cx="3686175" cy="2486025"/>
          </a:xfrm>
          <a:custGeom>
            <a:avLst/>
            <a:gdLst/>
            <a:ahLst/>
            <a:cxnLst/>
            <a:rect l="l" t="t" r="r" b="b"/>
            <a:pathLst>
              <a:path w="3686175" h="2486025">
                <a:moveTo>
                  <a:pt x="0" y="0"/>
                </a:moveTo>
                <a:lnTo>
                  <a:pt x="3686175" y="0"/>
                </a:lnTo>
                <a:lnTo>
                  <a:pt x="3686175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485900"/>
            <a:ext cx="38100" cy="2486025"/>
          </a:xfrm>
          <a:custGeom>
            <a:avLst/>
            <a:gdLst/>
            <a:ahLst/>
            <a:cxnLst/>
            <a:rect l="l" t="t" r="r" b="b"/>
            <a:pathLst>
              <a:path w="38100" h="2486025">
                <a:moveTo>
                  <a:pt x="0" y="0"/>
                </a:moveTo>
                <a:lnTo>
                  <a:pt x="38100" y="0"/>
                </a:lnTo>
                <a:lnTo>
                  <a:pt x="38100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Shape 7"/>
          <p:cNvSpPr/>
          <p:nvPr/>
        </p:nvSpPr>
        <p:spPr>
          <a:xfrm>
            <a:off x="692944" y="1771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733550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SATEN BOYA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209800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Uzun ömürlü ve dayanıklı boya türü. </a:t>
            </a:r>
            <a:r>
              <a:rPr lang="en-US" sz="120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Silinebilir özelliği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ile kullanım kolaylığı sağlar.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8884" y="2809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3" name="Text 11"/>
          <p:cNvSpPr/>
          <p:nvPr/>
        </p:nvSpPr>
        <p:spPr>
          <a:xfrm>
            <a:off x="814388" y="278130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Kadifemsi görünüm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8884" y="3038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14388" y="3009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Yüksek örtücülük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8884" y="3267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7" name="Text 15"/>
          <p:cNvSpPr/>
          <p:nvPr/>
        </p:nvSpPr>
        <p:spPr>
          <a:xfrm>
            <a:off x="814388" y="32385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Kolay temizlik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3548063"/>
            <a:ext cx="3362325" cy="9525"/>
          </a:xfrm>
          <a:custGeom>
            <a:avLst/>
            <a:gdLst/>
            <a:ahLst/>
            <a:cxnLst/>
            <a:rect l="l" t="t" r="r" b="b"/>
            <a:pathLst>
              <a:path w="3362325" h="9525">
                <a:moveTo>
                  <a:pt x="0" y="0"/>
                </a:moveTo>
                <a:lnTo>
                  <a:pt x="3362325" y="0"/>
                </a:lnTo>
                <a:lnTo>
                  <a:pt x="3362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" y="3629025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Oturma odası, yatak odası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60800" y="1485900"/>
            <a:ext cx="3686175" cy="2486025"/>
          </a:xfrm>
          <a:custGeom>
            <a:avLst/>
            <a:gdLst/>
            <a:ahLst/>
            <a:cxnLst/>
            <a:rect l="l" t="t" r="r" b="b"/>
            <a:pathLst>
              <a:path w="3686175" h="2486025">
                <a:moveTo>
                  <a:pt x="0" y="0"/>
                </a:moveTo>
                <a:lnTo>
                  <a:pt x="3686175" y="0"/>
                </a:lnTo>
                <a:lnTo>
                  <a:pt x="3686175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260800" y="1485900"/>
            <a:ext cx="38100" cy="2486025"/>
          </a:xfrm>
          <a:custGeom>
            <a:avLst/>
            <a:gdLst/>
            <a:ahLst/>
            <a:cxnLst/>
            <a:rect l="l" t="t" r="r" b="b"/>
            <a:pathLst>
              <a:path w="38100" h="2486025">
                <a:moveTo>
                  <a:pt x="0" y="0"/>
                </a:moveTo>
                <a:lnTo>
                  <a:pt x="38100" y="0"/>
                </a:lnTo>
                <a:lnTo>
                  <a:pt x="38100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43225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89413" y="17716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190500"/>
                </a:moveTo>
                <a:cubicBezTo>
                  <a:pt x="31998" y="190500"/>
                  <a:pt x="0" y="158502"/>
                  <a:pt x="0" y="119063"/>
                </a:cubicBezTo>
                <a:cubicBezTo>
                  <a:pt x="0" y="85130"/>
                  <a:pt x="48444" y="17078"/>
                  <a:pt x="61987" y="-1302"/>
                </a:cubicBezTo>
                <a:cubicBezTo>
                  <a:pt x="64182" y="-4279"/>
                  <a:pt x="67642" y="-5953"/>
                  <a:pt x="71363" y="-5953"/>
                </a:cubicBezTo>
                <a:lnTo>
                  <a:pt x="71512" y="-5953"/>
                </a:lnTo>
                <a:cubicBezTo>
                  <a:pt x="75233" y="-5953"/>
                  <a:pt x="78693" y="-4279"/>
                  <a:pt x="80888" y="-1302"/>
                </a:cubicBezTo>
                <a:cubicBezTo>
                  <a:pt x="94431" y="17078"/>
                  <a:pt x="142875" y="85130"/>
                  <a:pt x="142875" y="119063"/>
                </a:cubicBezTo>
                <a:cubicBezTo>
                  <a:pt x="142875" y="158502"/>
                  <a:pt x="110877" y="190500"/>
                  <a:pt x="71438" y="190500"/>
                </a:cubicBezTo>
                <a:close/>
                <a:moveTo>
                  <a:pt x="41672" y="116086"/>
                </a:moveTo>
                <a:cubicBezTo>
                  <a:pt x="41672" y="111137"/>
                  <a:pt x="37691" y="107156"/>
                  <a:pt x="32742" y="107156"/>
                </a:cubicBezTo>
                <a:cubicBezTo>
                  <a:pt x="27794" y="107156"/>
                  <a:pt x="23812" y="111137"/>
                  <a:pt x="23812" y="116086"/>
                </a:cubicBezTo>
                <a:cubicBezTo>
                  <a:pt x="23812" y="144028"/>
                  <a:pt x="46472" y="166688"/>
                  <a:pt x="74414" y="166688"/>
                </a:cubicBezTo>
                <a:cubicBezTo>
                  <a:pt x="79363" y="166688"/>
                  <a:pt x="83344" y="162706"/>
                  <a:pt x="83344" y="157758"/>
                </a:cubicBezTo>
                <a:cubicBezTo>
                  <a:pt x="83344" y="152809"/>
                  <a:pt x="79363" y="148828"/>
                  <a:pt x="74414" y="148828"/>
                </a:cubicBezTo>
                <a:cubicBezTo>
                  <a:pt x="56331" y="148828"/>
                  <a:pt x="41672" y="134169"/>
                  <a:pt x="41672" y="116086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5003750" y="173355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AKRİLİK BOYA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32250" y="2209800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bazlı boya türü. </a:t>
            </a:r>
            <a:r>
              <a:rPr lang="en-US" sz="120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Daha az koku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yayar, hızlı kurur.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59635" y="2809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7" name="Text 25"/>
          <p:cNvSpPr/>
          <p:nvPr/>
        </p:nvSpPr>
        <p:spPr>
          <a:xfrm>
            <a:off x="4675138" y="278130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Kokusuz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59635" y="3038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9" name="Text 27"/>
          <p:cNvSpPr/>
          <p:nvPr/>
        </p:nvSpPr>
        <p:spPr>
          <a:xfrm>
            <a:off x="4675138" y="300990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Hızlı kuruma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59635" y="3267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1" name="Text 29"/>
          <p:cNvSpPr/>
          <p:nvPr/>
        </p:nvSpPr>
        <p:spPr>
          <a:xfrm>
            <a:off x="4675138" y="323850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ile inceltilebilir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32250" y="3548063"/>
            <a:ext cx="3362325" cy="9525"/>
          </a:xfrm>
          <a:custGeom>
            <a:avLst/>
            <a:gdLst/>
            <a:ahLst/>
            <a:cxnLst/>
            <a:rect l="l" t="t" r="r" b="b"/>
            <a:pathLst>
              <a:path w="3362325" h="9525">
                <a:moveTo>
                  <a:pt x="0" y="0"/>
                </a:moveTo>
                <a:lnTo>
                  <a:pt x="3362325" y="0"/>
                </a:lnTo>
                <a:lnTo>
                  <a:pt x="3362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432250" y="3629025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Tüm iç mekanlar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1551" y="1485900"/>
            <a:ext cx="3686175" cy="2486025"/>
          </a:xfrm>
          <a:custGeom>
            <a:avLst/>
            <a:gdLst/>
            <a:ahLst/>
            <a:cxnLst/>
            <a:rect l="l" t="t" r="r" b="b"/>
            <a:pathLst>
              <a:path w="3686175" h="2486025">
                <a:moveTo>
                  <a:pt x="0" y="0"/>
                </a:moveTo>
                <a:lnTo>
                  <a:pt x="3686175" y="0"/>
                </a:lnTo>
                <a:lnTo>
                  <a:pt x="3686175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121551" y="1485900"/>
            <a:ext cx="38100" cy="2486025"/>
          </a:xfrm>
          <a:custGeom>
            <a:avLst/>
            <a:gdLst/>
            <a:ahLst/>
            <a:cxnLst/>
            <a:rect l="l" t="t" r="r" b="b"/>
            <a:pathLst>
              <a:path w="38100" h="2486025">
                <a:moveTo>
                  <a:pt x="0" y="0"/>
                </a:moveTo>
                <a:lnTo>
                  <a:pt x="38100" y="0"/>
                </a:lnTo>
                <a:lnTo>
                  <a:pt x="38100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6" name="Shape 34"/>
          <p:cNvSpPr/>
          <p:nvPr/>
        </p:nvSpPr>
        <p:spPr>
          <a:xfrm>
            <a:off x="8293001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414445" y="1771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6303" y="-3758"/>
                </a:moveTo>
                <a:cubicBezTo>
                  <a:pt x="69056" y="-4911"/>
                  <a:pt x="72182" y="-4576"/>
                  <a:pt x="74675" y="-2939"/>
                </a:cubicBezTo>
                <a:lnTo>
                  <a:pt x="107342" y="18715"/>
                </a:lnTo>
                <a:lnTo>
                  <a:pt x="140010" y="-2939"/>
                </a:lnTo>
                <a:cubicBezTo>
                  <a:pt x="142503" y="-4576"/>
                  <a:pt x="145628" y="-4874"/>
                  <a:pt x="148382" y="-3758"/>
                </a:cubicBezTo>
                <a:cubicBezTo>
                  <a:pt x="151135" y="-2642"/>
                  <a:pt x="153070" y="-186"/>
                  <a:pt x="153665" y="2716"/>
                </a:cubicBezTo>
                <a:lnTo>
                  <a:pt x="161441" y="41114"/>
                </a:lnTo>
                <a:lnTo>
                  <a:pt x="199839" y="48890"/>
                </a:lnTo>
                <a:cubicBezTo>
                  <a:pt x="202741" y="49485"/>
                  <a:pt x="205197" y="51495"/>
                  <a:pt x="206313" y="54211"/>
                </a:cubicBezTo>
                <a:cubicBezTo>
                  <a:pt x="207429" y="56927"/>
                  <a:pt x="207132" y="60089"/>
                  <a:pt x="205494" y="62582"/>
                </a:cubicBezTo>
                <a:lnTo>
                  <a:pt x="183840" y="95250"/>
                </a:lnTo>
                <a:lnTo>
                  <a:pt x="205494" y="127918"/>
                </a:lnTo>
                <a:cubicBezTo>
                  <a:pt x="207132" y="130411"/>
                  <a:pt x="207429" y="133536"/>
                  <a:pt x="206313" y="136289"/>
                </a:cubicBezTo>
                <a:cubicBezTo>
                  <a:pt x="205197" y="139043"/>
                  <a:pt x="202741" y="141052"/>
                  <a:pt x="199839" y="141610"/>
                </a:cubicBezTo>
                <a:lnTo>
                  <a:pt x="161404" y="149349"/>
                </a:lnTo>
                <a:lnTo>
                  <a:pt x="153665" y="187784"/>
                </a:lnTo>
                <a:cubicBezTo>
                  <a:pt x="153070" y="190686"/>
                  <a:pt x="151061" y="193142"/>
                  <a:pt x="148344" y="194258"/>
                </a:cubicBezTo>
                <a:cubicBezTo>
                  <a:pt x="145628" y="195374"/>
                  <a:pt x="142466" y="195076"/>
                  <a:pt x="139973" y="193439"/>
                </a:cubicBezTo>
                <a:lnTo>
                  <a:pt x="107305" y="171785"/>
                </a:lnTo>
                <a:lnTo>
                  <a:pt x="74637" y="193439"/>
                </a:lnTo>
                <a:cubicBezTo>
                  <a:pt x="72144" y="195076"/>
                  <a:pt x="69019" y="195374"/>
                  <a:pt x="66266" y="194258"/>
                </a:cubicBezTo>
                <a:cubicBezTo>
                  <a:pt x="63512" y="193142"/>
                  <a:pt x="61503" y="190686"/>
                  <a:pt x="60945" y="187784"/>
                </a:cubicBezTo>
                <a:lnTo>
                  <a:pt x="53206" y="149349"/>
                </a:lnTo>
                <a:lnTo>
                  <a:pt x="14771" y="141573"/>
                </a:lnTo>
                <a:cubicBezTo>
                  <a:pt x="11869" y="140977"/>
                  <a:pt x="9413" y="138968"/>
                  <a:pt x="8297" y="136252"/>
                </a:cubicBezTo>
                <a:cubicBezTo>
                  <a:pt x="7181" y="133536"/>
                  <a:pt x="7479" y="130373"/>
                  <a:pt x="9116" y="127881"/>
                </a:cubicBezTo>
                <a:lnTo>
                  <a:pt x="30770" y="95250"/>
                </a:lnTo>
                <a:lnTo>
                  <a:pt x="9116" y="62582"/>
                </a:lnTo>
                <a:cubicBezTo>
                  <a:pt x="7479" y="60089"/>
                  <a:pt x="7181" y="56964"/>
                  <a:pt x="8297" y="54211"/>
                </a:cubicBezTo>
                <a:cubicBezTo>
                  <a:pt x="9413" y="51457"/>
                  <a:pt x="11869" y="49448"/>
                  <a:pt x="14771" y="48890"/>
                </a:cubicBezTo>
                <a:lnTo>
                  <a:pt x="53206" y="41151"/>
                </a:lnTo>
                <a:lnTo>
                  <a:pt x="60982" y="2716"/>
                </a:lnTo>
                <a:cubicBezTo>
                  <a:pt x="61578" y="-186"/>
                  <a:pt x="63587" y="-2642"/>
                  <a:pt x="66303" y="-3758"/>
                </a:cubicBezTo>
                <a:close/>
                <a:moveTo>
                  <a:pt x="77242" y="95250"/>
                </a:moveTo>
                <a:cubicBezTo>
                  <a:pt x="77242" y="84563"/>
                  <a:pt x="82943" y="74687"/>
                  <a:pt x="92199" y="69343"/>
                </a:cubicBezTo>
                <a:cubicBezTo>
                  <a:pt x="101455" y="64000"/>
                  <a:pt x="112858" y="64000"/>
                  <a:pt x="122113" y="69343"/>
                </a:cubicBezTo>
                <a:cubicBezTo>
                  <a:pt x="131369" y="74687"/>
                  <a:pt x="137071" y="84563"/>
                  <a:pt x="137071" y="95250"/>
                </a:cubicBezTo>
                <a:cubicBezTo>
                  <a:pt x="137071" y="111760"/>
                  <a:pt x="123666" y="125164"/>
                  <a:pt x="107156" y="125164"/>
                </a:cubicBezTo>
                <a:cubicBezTo>
                  <a:pt x="90646" y="125164"/>
                  <a:pt x="77242" y="111760"/>
                  <a:pt x="77242" y="95250"/>
                </a:cubicBezTo>
                <a:close/>
                <a:moveTo>
                  <a:pt x="154930" y="95250"/>
                </a:moveTo>
                <a:cubicBezTo>
                  <a:pt x="154930" y="68883"/>
                  <a:pt x="133523" y="47476"/>
                  <a:pt x="107156" y="47476"/>
                </a:cubicBezTo>
                <a:cubicBezTo>
                  <a:pt x="80789" y="47476"/>
                  <a:pt x="59382" y="68883"/>
                  <a:pt x="59382" y="95250"/>
                </a:cubicBezTo>
                <a:cubicBezTo>
                  <a:pt x="59382" y="112318"/>
                  <a:pt x="68488" y="128089"/>
                  <a:pt x="83269" y="136623"/>
                </a:cubicBezTo>
                <a:cubicBezTo>
                  <a:pt x="98051" y="145157"/>
                  <a:pt x="116262" y="145157"/>
                  <a:pt x="131043" y="136623"/>
                </a:cubicBezTo>
                <a:cubicBezTo>
                  <a:pt x="145824" y="128089"/>
                  <a:pt x="154930" y="112318"/>
                  <a:pt x="154930" y="95250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8864501" y="1733550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YAĞLI BOYA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93001" y="2209800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Parlak yapıya sahip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solvent bazlı boya. Tinerle inceltilir.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20385" y="2809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1" name="Text 39"/>
          <p:cNvSpPr/>
          <p:nvPr/>
        </p:nvSpPr>
        <p:spPr>
          <a:xfrm>
            <a:off x="8535888" y="2781300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Parlak görünüm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20385" y="3038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3" name="Text 41"/>
          <p:cNvSpPr/>
          <p:nvPr/>
        </p:nvSpPr>
        <p:spPr>
          <a:xfrm>
            <a:off x="8535888" y="3009900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Yüksek dayanıklılık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20385" y="3267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66675"/>
                </a:moveTo>
                <a:cubicBezTo>
                  <a:pt x="0" y="62065"/>
                  <a:pt x="3724" y="58341"/>
                  <a:pt x="8334" y="58341"/>
                </a:cubicBezTo>
                <a:lnTo>
                  <a:pt x="108347" y="58341"/>
                </a:lnTo>
                <a:cubicBezTo>
                  <a:pt x="112957" y="58341"/>
                  <a:pt x="116681" y="62065"/>
                  <a:pt x="116681" y="66675"/>
                </a:cubicBezTo>
                <a:cubicBezTo>
                  <a:pt x="116681" y="71285"/>
                  <a:pt x="112957" y="75009"/>
                  <a:pt x="108347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5" name="Text 43"/>
          <p:cNvSpPr/>
          <p:nvPr/>
        </p:nvSpPr>
        <p:spPr>
          <a:xfrm>
            <a:off x="8535888" y="3238500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Güçlü koku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93001" y="3548063"/>
            <a:ext cx="3362325" cy="9525"/>
          </a:xfrm>
          <a:custGeom>
            <a:avLst/>
            <a:gdLst/>
            <a:ahLst/>
            <a:cxnLst/>
            <a:rect l="l" t="t" r="r" b="b"/>
            <a:pathLst>
              <a:path w="3362325" h="9525">
                <a:moveTo>
                  <a:pt x="0" y="0"/>
                </a:moveTo>
                <a:lnTo>
                  <a:pt x="3362325" y="0"/>
                </a:lnTo>
                <a:lnTo>
                  <a:pt x="3362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293001" y="3629025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Kapı, pencere, mobilya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00050" y="4124325"/>
            <a:ext cx="3686175" cy="2486025"/>
          </a:xfrm>
          <a:custGeom>
            <a:avLst/>
            <a:gdLst/>
            <a:ahLst/>
            <a:cxnLst/>
            <a:rect l="l" t="t" r="r" b="b"/>
            <a:pathLst>
              <a:path w="3686175" h="2486025">
                <a:moveTo>
                  <a:pt x="0" y="0"/>
                </a:moveTo>
                <a:lnTo>
                  <a:pt x="3686175" y="0"/>
                </a:lnTo>
                <a:lnTo>
                  <a:pt x="3686175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00050" y="4124325"/>
            <a:ext cx="38100" cy="2486025"/>
          </a:xfrm>
          <a:custGeom>
            <a:avLst/>
            <a:gdLst/>
            <a:ahLst/>
            <a:cxnLst/>
            <a:rect l="l" t="t" r="r" b="b"/>
            <a:pathLst>
              <a:path w="38100" h="2486025">
                <a:moveTo>
                  <a:pt x="0" y="0"/>
                </a:moveTo>
                <a:lnTo>
                  <a:pt x="38100" y="0"/>
                </a:lnTo>
                <a:lnTo>
                  <a:pt x="38100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71500" y="4276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4850" y="4410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1143000" y="437197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 BOYA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71500" y="4848225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az yansıtma özelliğine sahip boya. </a:t>
            </a:r>
            <a:r>
              <a:rPr lang="en-US" sz="12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Kusurları gizler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98884" y="5448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14388" y="5419725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Kusur gizleme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98884" y="5676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14388" y="564832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Renk derinliği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98884" y="5905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66675"/>
                </a:moveTo>
                <a:cubicBezTo>
                  <a:pt x="0" y="62065"/>
                  <a:pt x="3724" y="58341"/>
                  <a:pt x="8334" y="58341"/>
                </a:cubicBezTo>
                <a:lnTo>
                  <a:pt x="108347" y="58341"/>
                </a:lnTo>
                <a:cubicBezTo>
                  <a:pt x="112957" y="58341"/>
                  <a:pt x="116681" y="62065"/>
                  <a:pt x="116681" y="66675"/>
                </a:cubicBezTo>
                <a:cubicBezTo>
                  <a:pt x="116681" y="71285"/>
                  <a:pt x="112957" y="75009"/>
                  <a:pt x="108347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14388" y="5876925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Daha az silinebilir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71500" y="6186488"/>
            <a:ext cx="3362325" cy="9525"/>
          </a:xfrm>
          <a:custGeom>
            <a:avLst/>
            <a:gdLst/>
            <a:ahLst/>
            <a:cxnLst/>
            <a:rect l="l" t="t" r="r" b="b"/>
            <a:pathLst>
              <a:path w="3362325" h="9525">
                <a:moveTo>
                  <a:pt x="0" y="0"/>
                </a:moveTo>
                <a:lnTo>
                  <a:pt x="3362325" y="0"/>
                </a:lnTo>
                <a:lnTo>
                  <a:pt x="3362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571500" y="626745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Tavan, duvar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260800" y="4124325"/>
            <a:ext cx="3686175" cy="2486025"/>
          </a:xfrm>
          <a:custGeom>
            <a:avLst/>
            <a:gdLst/>
            <a:ahLst/>
            <a:cxnLst/>
            <a:rect l="l" t="t" r="r" b="b"/>
            <a:pathLst>
              <a:path w="3686175" h="2486025">
                <a:moveTo>
                  <a:pt x="0" y="0"/>
                </a:moveTo>
                <a:lnTo>
                  <a:pt x="3686175" y="0"/>
                </a:lnTo>
                <a:lnTo>
                  <a:pt x="3686175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260800" y="4124325"/>
            <a:ext cx="38100" cy="2486025"/>
          </a:xfrm>
          <a:custGeom>
            <a:avLst/>
            <a:gdLst/>
            <a:ahLst/>
            <a:cxnLst/>
            <a:rect l="l" t="t" r="r" b="b"/>
            <a:pathLst>
              <a:path w="38100" h="2486025">
                <a:moveTo>
                  <a:pt x="0" y="0"/>
                </a:moveTo>
                <a:lnTo>
                  <a:pt x="38100" y="0"/>
                </a:lnTo>
                <a:lnTo>
                  <a:pt x="38100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432250" y="4276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565600" y="4410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4283" y="1079"/>
                </a:moveTo>
                <a:cubicBezTo>
                  <a:pt x="92720" y="372"/>
                  <a:pt x="91046" y="0"/>
                  <a:pt x="89297" y="0"/>
                </a:cubicBezTo>
                <a:cubicBezTo>
                  <a:pt x="87548" y="0"/>
                  <a:pt x="85874" y="372"/>
                  <a:pt x="84311" y="1079"/>
                </a:cubicBezTo>
                <a:lnTo>
                  <a:pt x="14250" y="30807"/>
                </a:lnTo>
                <a:cubicBezTo>
                  <a:pt x="6065" y="34268"/>
                  <a:pt x="-37" y="42342"/>
                  <a:pt x="0" y="52090"/>
                </a:cubicBezTo>
                <a:cubicBezTo>
                  <a:pt x="186" y="88999"/>
                  <a:pt x="15367" y="156530"/>
                  <a:pt x="79474" y="187226"/>
                </a:cubicBezTo>
                <a:cubicBezTo>
                  <a:pt x="85688" y="190202"/>
                  <a:pt x="92906" y="190202"/>
                  <a:pt x="99120" y="187226"/>
                </a:cubicBezTo>
                <a:cubicBezTo>
                  <a:pt x="163264" y="156530"/>
                  <a:pt x="178445" y="88999"/>
                  <a:pt x="178594" y="52090"/>
                </a:cubicBezTo>
                <a:cubicBezTo>
                  <a:pt x="178631" y="42342"/>
                  <a:pt x="172529" y="34268"/>
                  <a:pt x="164343" y="30807"/>
                </a:cubicBezTo>
                <a:lnTo>
                  <a:pt x="94283" y="1079"/>
                </a:lnTo>
                <a:close/>
                <a:moveTo>
                  <a:pt x="89297" y="47625"/>
                </a:moveTo>
                <a:cubicBezTo>
                  <a:pt x="94245" y="47625"/>
                  <a:pt x="98227" y="51606"/>
                  <a:pt x="98227" y="56555"/>
                </a:cubicBezTo>
                <a:cubicBezTo>
                  <a:pt x="98227" y="65075"/>
                  <a:pt x="108533" y="69354"/>
                  <a:pt x="114560" y="63326"/>
                </a:cubicBezTo>
                <a:cubicBezTo>
                  <a:pt x="118058" y="59829"/>
                  <a:pt x="123713" y="59829"/>
                  <a:pt x="127174" y="63326"/>
                </a:cubicBezTo>
                <a:cubicBezTo>
                  <a:pt x="130634" y="66824"/>
                  <a:pt x="130671" y="72479"/>
                  <a:pt x="127174" y="75940"/>
                </a:cubicBezTo>
                <a:cubicBezTo>
                  <a:pt x="121146" y="81967"/>
                  <a:pt x="125425" y="92273"/>
                  <a:pt x="133945" y="92273"/>
                </a:cubicBezTo>
                <a:cubicBezTo>
                  <a:pt x="138894" y="92273"/>
                  <a:pt x="142875" y="96255"/>
                  <a:pt x="142875" y="101203"/>
                </a:cubicBezTo>
                <a:cubicBezTo>
                  <a:pt x="142875" y="106152"/>
                  <a:pt x="138894" y="110133"/>
                  <a:pt x="133945" y="110133"/>
                </a:cubicBezTo>
                <a:cubicBezTo>
                  <a:pt x="125425" y="110133"/>
                  <a:pt x="121146" y="120439"/>
                  <a:pt x="127174" y="126467"/>
                </a:cubicBezTo>
                <a:cubicBezTo>
                  <a:pt x="130671" y="129964"/>
                  <a:pt x="130671" y="135620"/>
                  <a:pt x="127174" y="139080"/>
                </a:cubicBezTo>
                <a:cubicBezTo>
                  <a:pt x="123676" y="142540"/>
                  <a:pt x="118021" y="142577"/>
                  <a:pt x="114560" y="139080"/>
                </a:cubicBezTo>
                <a:cubicBezTo>
                  <a:pt x="108533" y="133052"/>
                  <a:pt x="98227" y="137331"/>
                  <a:pt x="98227" y="145852"/>
                </a:cubicBezTo>
                <a:cubicBezTo>
                  <a:pt x="98227" y="150800"/>
                  <a:pt x="94245" y="154781"/>
                  <a:pt x="89297" y="154781"/>
                </a:cubicBezTo>
                <a:cubicBezTo>
                  <a:pt x="84348" y="154781"/>
                  <a:pt x="80367" y="150800"/>
                  <a:pt x="80367" y="145852"/>
                </a:cubicBezTo>
                <a:cubicBezTo>
                  <a:pt x="80367" y="137331"/>
                  <a:pt x="70061" y="133052"/>
                  <a:pt x="64033" y="139080"/>
                </a:cubicBezTo>
                <a:cubicBezTo>
                  <a:pt x="60536" y="142577"/>
                  <a:pt x="54880" y="142577"/>
                  <a:pt x="51420" y="139080"/>
                </a:cubicBezTo>
                <a:cubicBezTo>
                  <a:pt x="47960" y="135582"/>
                  <a:pt x="47923" y="129927"/>
                  <a:pt x="51420" y="126467"/>
                </a:cubicBezTo>
                <a:cubicBezTo>
                  <a:pt x="57448" y="120439"/>
                  <a:pt x="53169" y="110133"/>
                  <a:pt x="44648" y="110133"/>
                </a:cubicBezTo>
                <a:cubicBezTo>
                  <a:pt x="39700" y="110133"/>
                  <a:pt x="35719" y="106152"/>
                  <a:pt x="35719" y="101203"/>
                </a:cubicBezTo>
                <a:cubicBezTo>
                  <a:pt x="35719" y="96255"/>
                  <a:pt x="39700" y="92273"/>
                  <a:pt x="44648" y="92273"/>
                </a:cubicBezTo>
                <a:cubicBezTo>
                  <a:pt x="53169" y="92273"/>
                  <a:pt x="57448" y="81967"/>
                  <a:pt x="51420" y="75940"/>
                </a:cubicBezTo>
                <a:cubicBezTo>
                  <a:pt x="47923" y="72442"/>
                  <a:pt x="47923" y="66787"/>
                  <a:pt x="51420" y="63326"/>
                </a:cubicBezTo>
                <a:cubicBezTo>
                  <a:pt x="54918" y="59866"/>
                  <a:pt x="60573" y="59829"/>
                  <a:pt x="64033" y="63326"/>
                </a:cubicBezTo>
                <a:cubicBezTo>
                  <a:pt x="70061" y="69354"/>
                  <a:pt x="80367" y="65075"/>
                  <a:pt x="80367" y="56555"/>
                </a:cubicBezTo>
                <a:cubicBezTo>
                  <a:pt x="80367" y="51606"/>
                  <a:pt x="84348" y="47625"/>
                  <a:pt x="89297" y="47625"/>
                </a:cubicBezTo>
                <a:close/>
                <a:moveTo>
                  <a:pt x="77391" y="98227"/>
                </a:moveTo>
                <a:cubicBezTo>
                  <a:pt x="82319" y="98227"/>
                  <a:pt x="86320" y="94225"/>
                  <a:pt x="86320" y="89297"/>
                </a:cubicBezTo>
                <a:cubicBezTo>
                  <a:pt x="86320" y="84368"/>
                  <a:pt x="82319" y="80367"/>
                  <a:pt x="77391" y="80367"/>
                </a:cubicBezTo>
                <a:cubicBezTo>
                  <a:pt x="72462" y="80367"/>
                  <a:pt x="68461" y="84368"/>
                  <a:pt x="68461" y="89297"/>
                </a:cubicBezTo>
                <a:cubicBezTo>
                  <a:pt x="68461" y="94225"/>
                  <a:pt x="72462" y="98227"/>
                  <a:pt x="77391" y="98227"/>
                </a:cubicBezTo>
                <a:close/>
                <a:moveTo>
                  <a:pt x="110133" y="113109"/>
                </a:moveTo>
                <a:cubicBezTo>
                  <a:pt x="110133" y="108181"/>
                  <a:pt x="106132" y="104180"/>
                  <a:pt x="101203" y="104180"/>
                </a:cubicBezTo>
                <a:cubicBezTo>
                  <a:pt x="96275" y="104180"/>
                  <a:pt x="92273" y="108181"/>
                  <a:pt x="92273" y="113109"/>
                </a:cubicBezTo>
                <a:cubicBezTo>
                  <a:pt x="92273" y="118038"/>
                  <a:pt x="96275" y="122039"/>
                  <a:pt x="101203" y="122039"/>
                </a:cubicBezTo>
                <a:cubicBezTo>
                  <a:pt x="106132" y="122039"/>
                  <a:pt x="110133" y="118038"/>
                  <a:pt x="110133" y="1131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5003750" y="437197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ANTİBAKTERİYEL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432250" y="4848225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Bakteri, mantar ve küf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oluşumunu engelleyen hijyenik boyalar.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459635" y="5448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4675138" y="5419725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Hijyenik ortam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459635" y="5676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4675138" y="5648325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Sağlık dostu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4459635" y="5905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66675"/>
                </a:moveTo>
                <a:cubicBezTo>
                  <a:pt x="0" y="62065"/>
                  <a:pt x="3724" y="58341"/>
                  <a:pt x="8334" y="58341"/>
                </a:cubicBezTo>
                <a:lnTo>
                  <a:pt x="108347" y="58341"/>
                </a:lnTo>
                <a:cubicBezTo>
                  <a:pt x="112957" y="58341"/>
                  <a:pt x="116681" y="62065"/>
                  <a:pt x="116681" y="66675"/>
                </a:cubicBezTo>
                <a:cubicBezTo>
                  <a:pt x="116681" y="71285"/>
                  <a:pt x="112957" y="75009"/>
                  <a:pt x="108347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4675138" y="587692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Daha yüksek maliyet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4432250" y="6186488"/>
            <a:ext cx="3362325" cy="9525"/>
          </a:xfrm>
          <a:custGeom>
            <a:avLst/>
            <a:gdLst/>
            <a:ahLst/>
            <a:cxnLst/>
            <a:rect l="l" t="t" r="r" b="b"/>
            <a:pathLst>
              <a:path w="3362325" h="9525">
                <a:moveTo>
                  <a:pt x="0" y="0"/>
                </a:moveTo>
                <a:lnTo>
                  <a:pt x="3362325" y="0"/>
                </a:lnTo>
                <a:lnTo>
                  <a:pt x="3362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4432250" y="626745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Hastane, okul, mutfak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121551" y="4124325"/>
            <a:ext cx="3686175" cy="2486025"/>
          </a:xfrm>
          <a:custGeom>
            <a:avLst/>
            <a:gdLst/>
            <a:ahLst/>
            <a:cxnLst/>
            <a:rect l="l" t="t" r="r" b="b"/>
            <a:pathLst>
              <a:path w="3686175" h="2486025">
                <a:moveTo>
                  <a:pt x="0" y="0"/>
                </a:moveTo>
                <a:lnTo>
                  <a:pt x="3686175" y="0"/>
                </a:lnTo>
                <a:lnTo>
                  <a:pt x="3686175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121551" y="4124325"/>
            <a:ext cx="38100" cy="2486025"/>
          </a:xfrm>
          <a:custGeom>
            <a:avLst/>
            <a:gdLst/>
            <a:ahLst/>
            <a:cxnLst/>
            <a:rect l="l" t="t" r="r" b="b"/>
            <a:pathLst>
              <a:path w="38100" h="2486025">
                <a:moveTo>
                  <a:pt x="0" y="0"/>
                </a:moveTo>
                <a:lnTo>
                  <a:pt x="38100" y="0"/>
                </a:lnTo>
                <a:lnTo>
                  <a:pt x="38100" y="2486025"/>
                </a:lnTo>
                <a:lnTo>
                  <a:pt x="0" y="24860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293001" y="4276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8426351" y="4410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8864501" y="4371975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PLASTİK BOYA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293001" y="4848225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bazlı, </a:t>
            </a:r>
            <a:r>
              <a:rPr lang="en-US" sz="12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ekonomik ve kokusuz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boya. Duvarların nefes almasına imkan verir.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320385" y="5448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8535888" y="541972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Ekonomik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320385" y="5676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16669"/>
                </a:moveTo>
                <a:cubicBezTo>
                  <a:pt x="66675" y="12059"/>
                  <a:pt x="62951" y="8334"/>
                  <a:pt x="58341" y="8334"/>
                </a:cubicBezTo>
                <a:cubicBezTo>
                  <a:pt x="53731" y="8334"/>
                  <a:pt x="50006" y="12059"/>
                  <a:pt x="50006" y="16669"/>
                </a:cubicBezTo>
                <a:lnTo>
                  <a:pt x="50006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50006" y="75009"/>
                </a:lnTo>
                <a:lnTo>
                  <a:pt x="50006" y="116681"/>
                </a:lnTo>
                <a:cubicBezTo>
                  <a:pt x="50006" y="121291"/>
                  <a:pt x="53731" y="125016"/>
                  <a:pt x="58341" y="125016"/>
                </a:cubicBezTo>
                <a:cubicBezTo>
                  <a:pt x="62951" y="125016"/>
                  <a:pt x="66675" y="121291"/>
                  <a:pt x="66675" y="116681"/>
                </a:cubicBezTo>
                <a:lnTo>
                  <a:pt x="66675" y="75009"/>
                </a:lnTo>
                <a:lnTo>
                  <a:pt x="108347" y="75009"/>
                </a:lnTo>
                <a:cubicBezTo>
                  <a:pt x="112957" y="75009"/>
                  <a:pt x="116681" y="71285"/>
                  <a:pt x="116681" y="66675"/>
                </a:cubicBezTo>
                <a:cubicBezTo>
                  <a:pt x="116681" y="62065"/>
                  <a:pt x="112957" y="58341"/>
                  <a:pt x="108347" y="58341"/>
                </a:cubicBezTo>
                <a:lnTo>
                  <a:pt x="66675" y="58341"/>
                </a:lnTo>
                <a:lnTo>
                  <a:pt x="66675" y="16669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8535888" y="5648325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Nefes alabilir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8320385" y="5905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66675"/>
                </a:moveTo>
                <a:cubicBezTo>
                  <a:pt x="0" y="62065"/>
                  <a:pt x="3724" y="58341"/>
                  <a:pt x="8334" y="58341"/>
                </a:cubicBezTo>
                <a:lnTo>
                  <a:pt x="108347" y="58341"/>
                </a:lnTo>
                <a:cubicBezTo>
                  <a:pt x="112957" y="58341"/>
                  <a:pt x="116681" y="62065"/>
                  <a:pt x="116681" y="66675"/>
                </a:cubicBezTo>
                <a:cubicBezTo>
                  <a:pt x="116681" y="71285"/>
                  <a:pt x="112957" y="75009"/>
                  <a:pt x="108347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8535888" y="587692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Silinemez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8293001" y="6186488"/>
            <a:ext cx="3362325" cy="9525"/>
          </a:xfrm>
          <a:custGeom>
            <a:avLst/>
            <a:gdLst/>
            <a:ahLst/>
            <a:cxnLst/>
            <a:rect l="l" t="t" r="r" b="b"/>
            <a:pathLst>
              <a:path w="3362325" h="9525">
                <a:moveTo>
                  <a:pt x="0" y="0"/>
                </a:moveTo>
                <a:lnTo>
                  <a:pt x="3362325" y="0"/>
                </a:lnTo>
                <a:lnTo>
                  <a:pt x="3362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8293001" y="626745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Nemli mekanlar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ardenista.com/aea503d88f82d38d95434156feb58b953c91d762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9946" b="2994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5000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4311" y="1428750"/>
            <a:ext cx="1771650" cy="533400"/>
          </a:xfrm>
          <a:custGeom>
            <a:avLst/>
            <a:gdLst/>
            <a:ahLst/>
            <a:cxnLst/>
            <a:rect l="l" t="t" r="r" b="b"/>
            <a:pathLst>
              <a:path w="1771650" h="533400">
                <a:moveTo>
                  <a:pt x="0" y="0"/>
                </a:moveTo>
                <a:lnTo>
                  <a:pt x="1771650" y="0"/>
                </a:lnTo>
                <a:lnTo>
                  <a:pt x="17716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575182" y="1524000"/>
            <a:ext cx="149559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BÖLÜM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90750"/>
            <a:ext cx="50196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DIŞ CEPHE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BOYALARI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053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86350"/>
            <a:ext cx="4705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Dış Mekanlar İçin Boya Türleri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1293813" cy="254000"/>
          </a:xfrm>
          <a:custGeom>
            <a:avLst/>
            <a:gdLst/>
            <a:ahLst/>
            <a:cxnLst/>
            <a:rect l="l" t="t" r="r" b="b"/>
            <a:pathLst>
              <a:path w="1293813" h="254000">
                <a:moveTo>
                  <a:pt x="0" y="0"/>
                </a:moveTo>
                <a:lnTo>
                  <a:pt x="1293813" y="0"/>
                </a:lnTo>
                <a:lnTo>
                  <a:pt x="1293813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412750" y="373063"/>
            <a:ext cx="1158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DIŞ CEPHE BOYALARI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66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Dış Cephe Boya Çeşitleri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795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325438" y="1246188"/>
            <a:ext cx="5683250" cy="2786063"/>
          </a:xfrm>
          <a:custGeom>
            <a:avLst/>
            <a:gdLst/>
            <a:ahLst/>
            <a:cxnLst/>
            <a:rect l="l" t="t" r="r" b="b"/>
            <a:pathLst>
              <a:path w="5683250" h="2786063">
                <a:moveTo>
                  <a:pt x="0" y="0"/>
                </a:moveTo>
                <a:lnTo>
                  <a:pt x="5683250" y="0"/>
                </a:lnTo>
                <a:lnTo>
                  <a:pt x="5683250" y="2786063"/>
                </a:lnTo>
                <a:lnTo>
                  <a:pt x="0" y="27860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2125" y="14128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Shape 6"/>
          <p:cNvSpPr/>
          <p:nvPr/>
        </p:nvSpPr>
        <p:spPr>
          <a:xfrm>
            <a:off x="619125" y="1539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063625" y="1428750"/>
            <a:ext cx="1762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AKRİLİK DIŞ CEPHE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3625" y="1682750"/>
            <a:ext cx="172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Yüksek Alkali Direnci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2125" y="198437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Bağlayıcı esaslı dış cephe boyası. </a:t>
            </a:r>
            <a:r>
              <a:rPr lang="en-US" sz="100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Hava koşullarına karşı son derece dayanıklıdır </a:t>
            </a: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2125" y="2301875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745258" y="241300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59594" y="2587625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bazlı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4688" y="2301875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67820" y="241300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7" name="Text 15"/>
          <p:cNvSpPr/>
          <p:nvPr/>
        </p:nvSpPr>
        <p:spPr>
          <a:xfrm>
            <a:off x="3282156" y="2587625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Kolay sürülür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2125" y="2936875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45258" y="304800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559594" y="3222625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Yüksek örtücülük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14688" y="2936875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467820" y="304800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3" name="Text 21"/>
          <p:cNvSpPr/>
          <p:nvPr/>
        </p:nvSpPr>
        <p:spPr>
          <a:xfrm>
            <a:off x="3282156" y="3222625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Ekonomik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2125" y="3607594"/>
            <a:ext cx="5349875" cy="7938"/>
          </a:xfrm>
          <a:custGeom>
            <a:avLst/>
            <a:gdLst/>
            <a:ahLst/>
            <a:cxnLst/>
            <a:rect l="l" t="t" r="r" b="b"/>
            <a:pathLst>
              <a:path w="5349875" h="7938">
                <a:moveTo>
                  <a:pt x="0" y="0"/>
                </a:moveTo>
                <a:lnTo>
                  <a:pt x="5349875" y="0"/>
                </a:lnTo>
                <a:lnTo>
                  <a:pt x="53498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8000" y="3730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86228" y="0"/>
                  <a:pt x="111125" y="24897"/>
                  <a:pt x="111125" y="55563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ubicBezTo>
                  <a:pt x="0" y="24897"/>
                  <a:pt x="24897" y="0"/>
                  <a:pt x="55562" y="0"/>
                </a:cubicBezTo>
                <a:close/>
                <a:moveTo>
                  <a:pt x="50354" y="26045"/>
                </a:moveTo>
                <a:lnTo>
                  <a:pt x="50354" y="55563"/>
                </a:lnTo>
                <a:cubicBezTo>
                  <a:pt x="50354" y="57299"/>
                  <a:pt x="51222" y="58927"/>
                  <a:pt x="52676" y="59903"/>
                </a:cubicBezTo>
                <a:lnTo>
                  <a:pt x="73512" y="73794"/>
                </a:lnTo>
                <a:cubicBezTo>
                  <a:pt x="75899" y="75400"/>
                  <a:pt x="79133" y="74749"/>
                  <a:pt x="80739" y="72340"/>
                </a:cubicBezTo>
                <a:cubicBezTo>
                  <a:pt x="82345" y="69931"/>
                  <a:pt x="81694" y="66718"/>
                  <a:pt x="79285" y="65112"/>
                </a:cubicBezTo>
                <a:lnTo>
                  <a:pt x="60771" y="52784"/>
                </a:lnTo>
                <a:lnTo>
                  <a:pt x="60771" y="26045"/>
                </a:lnTo>
                <a:cubicBezTo>
                  <a:pt x="60771" y="23158"/>
                  <a:pt x="58449" y="20836"/>
                  <a:pt x="55563" y="20836"/>
                </a:cubicBezTo>
                <a:cubicBezTo>
                  <a:pt x="52676" y="20836"/>
                  <a:pt x="50354" y="23158"/>
                  <a:pt x="50354" y="26045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674688" y="3706813"/>
            <a:ext cx="522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Kuruma: 2-3 saat | Nihai sertlik: 5-7 gün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3313" y="1246188"/>
            <a:ext cx="5683250" cy="2786063"/>
          </a:xfrm>
          <a:custGeom>
            <a:avLst/>
            <a:gdLst/>
            <a:ahLst/>
            <a:cxnLst/>
            <a:rect l="l" t="t" r="r" b="b"/>
            <a:pathLst>
              <a:path w="5683250" h="2786063">
                <a:moveTo>
                  <a:pt x="0" y="0"/>
                </a:moveTo>
                <a:lnTo>
                  <a:pt x="5683250" y="0"/>
                </a:lnTo>
                <a:lnTo>
                  <a:pt x="5683250" y="2786063"/>
                </a:lnTo>
                <a:lnTo>
                  <a:pt x="0" y="27860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0000" y="14128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7000" y="1539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2772" y="46174"/>
                </a:moveTo>
                <a:cubicBezTo>
                  <a:pt x="160474" y="51978"/>
                  <a:pt x="169887" y="57596"/>
                  <a:pt x="180380" y="59010"/>
                </a:cubicBezTo>
                <a:cubicBezTo>
                  <a:pt x="185254" y="59680"/>
                  <a:pt x="189756" y="56220"/>
                  <a:pt x="190426" y="51346"/>
                </a:cubicBezTo>
                <a:cubicBezTo>
                  <a:pt x="191095" y="46472"/>
                  <a:pt x="187635" y="41970"/>
                  <a:pt x="182761" y="41300"/>
                </a:cubicBezTo>
                <a:cubicBezTo>
                  <a:pt x="176845" y="40518"/>
                  <a:pt x="170408" y="37095"/>
                  <a:pt x="163525" y="31924"/>
                </a:cubicBezTo>
                <a:cubicBezTo>
                  <a:pt x="149237" y="21134"/>
                  <a:pt x="129853" y="21134"/>
                  <a:pt x="115528" y="31924"/>
                </a:cubicBezTo>
                <a:cubicBezTo>
                  <a:pt x="106598" y="38658"/>
                  <a:pt x="100385" y="41709"/>
                  <a:pt x="95250" y="41709"/>
                </a:cubicBezTo>
                <a:cubicBezTo>
                  <a:pt x="90115" y="41709"/>
                  <a:pt x="83902" y="38658"/>
                  <a:pt x="74972" y="31924"/>
                </a:cubicBezTo>
                <a:cubicBezTo>
                  <a:pt x="60685" y="21134"/>
                  <a:pt x="41300" y="21134"/>
                  <a:pt x="26975" y="31924"/>
                </a:cubicBezTo>
                <a:cubicBezTo>
                  <a:pt x="20092" y="37095"/>
                  <a:pt x="13655" y="40518"/>
                  <a:pt x="7739" y="41300"/>
                </a:cubicBezTo>
                <a:cubicBezTo>
                  <a:pt x="2865" y="41970"/>
                  <a:pt x="-595" y="46434"/>
                  <a:pt x="74" y="51346"/>
                </a:cubicBezTo>
                <a:cubicBezTo>
                  <a:pt x="744" y="56257"/>
                  <a:pt x="5209" y="59680"/>
                  <a:pt x="10120" y="59010"/>
                </a:cubicBezTo>
                <a:cubicBezTo>
                  <a:pt x="20613" y="57596"/>
                  <a:pt x="30063" y="51978"/>
                  <a:pt x="37728" y="46174"/>
                </a:cubicBezTo>
                <a:cubicBezTo>
                  <a:pt x="45653" y="40184"/>
                  <a:pt x="56294" y="40184"/>
                  <a:pt x="64219" y="46174"/>
                </a:cubicBezTo>
                <a:cubicBezTo>
                  <a:pt x="73223" y="52983"/>
                  <a:pt x="83679" y="59531"/>
                  <a:pt x="95250" y="59531"/>
                </a:cubicBezTo>
                <a:cubicBezTo>
                  <a:pt x="106821" y="59531"/>
                  <a:pt x="117239" y="52946"/>
                  <a:pt x="126281" y="46174"/>
                </a:cubicBezTo>
                <a:cubicBezTo>
                  <a:pt x="134206" y="40184"/>
                  <a:pt x="144847" y="40184"/>
                  <a:pt x="152772" y="46174"/>
                </a:cubicBezTo>
                <a:close/>
                <a:moveTo>
                  <a:pt x="152772" y="99752"/>
                </a:moveTo>
                <a:cubicBezTo>
                  <a:pt x="160474" y="105556"/>
                  <a:pt x="169887" y="111175"/>
                  <a:pt x="180380" y="112588"/>
                </a:cubicBezTo>
                <a:cubicBezTo>
                  <a:pt x="185254" y="113258"/>
                  <a:pt x="189756" y="109798"/>
                  <a:pt x="190426" y="104924"/>
                </a:cubicBezTo>
                <a:cubicBezTo>
                  <a:pt x="191095" y="100050"/>
                  <a:pt x="187635" y="95548"/>
                  <a:pt x="182761" y="94878"/>
                </a:cubicBezTo>
                <a:cubicBezTo>
                  <a:pt x="176845" y="94097"/>
                  <a:pt x="170408" y="90674"/>
                  <a:pt x="163525" y="85502"/>
                </a:cubicBezTo>
                <a:cubicBezTo>
                  <a:pt x="149237" y="74712"/>
                  <a:pt x="129853" y="74712"/>
                  <a:pt x="115528" y="85502"/>
                </a:cubicBezTo>
                <a:cubicBezTo>
                  <a:pt x="106598" y="92236"/>
                  <a:pt x="100385" y="95287"/>
                  <a:pt x="95250" y="95287"/>
                </a:cubicBezTo>
                <a:cubicBezTo>
                  <a:pt x="90115" y="95287"/>
                  <a:pt x="83902" y="92236"/>
                  <a:pt x="74972" y="85502"/>
                </a:cubicBezTo>
                <a:cubicBezTo>
                  <a:pt x="60685" y="74712"/>
                  <a:pt x="41300" y="74712"/>
                  <a:pt x="26975" y="85502"/>
                </a:cubicBezTo>
                <a:cubicBezTo>
                  <a:pt x="20092" y="90674"/>
                  <a:pt x="13655" y="94097"/>
                  <a:pt x="7739" y="94878"/>
                </a:cubicBezTo>
                <a:cubicBezTo>
                  <a:pt x="2865" y="95510"/>
                  <a:pt x="-595" y="100013"/>
                  <a:pt x="74" y="104924"/>
                </a:cubicBezTo>
                <a:cubicBezTo>
                  <a:pt x="744" y="109835"/>
                  <a:pt x="5209" y="113258"/>
                  <a:pt x="10120" y="112588"/>
                </a:cubicBezTo>
                <a:cubicBezTo>
                  <a:pt x="20613" y="111175"/>
                  <a:pt x="30063" y="105556"/>
                  <a:pt x="37728" y="99752"/>
                </a:cubicBezTo>
                <a:cubicBezTo>
                  <a:pt x="45653" y="93762"/>
                  <a:pt x="56294" y="93762"/>
                  <a:pt x="64219" y="99752"/>
                </a:cubicBezTo>
                <a:cubicBezTo>
                  <a:pt x="73223" y="106561"/>
                  <a:pt x="83679" y="113109"/>
                  <a:pt x="95250" y="113109"/>
                </a:cubicBezTo>
                <a:cubicBezTo>
                  <a:pt x="106821" y="113109"/>
                  <a:pt x="117239" y="106524"/>
                  <a:pt x="126281" y="99752"/>
                </a:cubicBezTo>
                <a:cubicBezTo>
                  <a:pt x="134206" y="93762"/>
                  <a:pt x="144847" y="93762"/>
                  <a:pt x="152772" y="99752"/>
                </a:cubicBezTo>
                <a:close/>
                <a:moveTo>
                  <a:pt x="126281" y="153330"/>
                </a:moveTo>
                <a:cubicBezTo>
                  <a:pt x="134206" y="147340"/>
                  <a:pt x="144847" y="147340"/>
                  <a:pt x="152772" y="153330"/>
                </a:cubicBezTo>
                <a:cubicBezTo>
                  <a:pt x="160474" y="159134"/>
                  <a:pt x="169887" y="164753"/>
                  <a:pt x="180380" y="166167"/>
                </a:cubicBezTo>
                <a:cubicBezTo>
                  <a:pt x="185254" y="166836"/>
                  <a:pt x="189756" y="163376"/>
                  <a:pt x="190426" y="158502"/>
                </a:cubicBezTo>
                <a:cubicBezTo>
                  <a:pt x="191095" y="153628"/>
                  <a:pt x="187635" y="149126"/>
                  <a:pt x="182761" y="148456"/>
                </a:cubicBezTo>
                <a:cubicBezTo>
                  <a:pt x="176845" y="147675"/>
                  <a:pt x="170408" y="144252"/>
                  <a:pt x="163525" y="139080"/>
                </a:cubicBezTo>
                <a:cubicBezTo>
                  <a:pt x="149237" y="128290"/>
                  <a:pt x="129853" y="128290"/>
                  <a:pt x="115528" y="139080"/>
                </a:cubicBezTo>
                <a:cubicBezTo>
                  <a:pt x="106598" y="145814"/>
                  <a:pt x="100385" y="148865"/>
                  <a:pt x="95250" y="148865"/>
                </a:cubicBezTo>
                <a:cubicBezTo>
                  <a:pt x="90115" y="148865"/>
                  <a:pt x="83902" y="145814"/>
                  <a:pt x="74972" y="139080"/>
                </a:cubicBezTo>
                <a:cubicBezTo>
                  <a:pt x="60685" y="128290"/>
                  <a:pt x="41300" y="128290"/>
                  <a:pt x="26975" y="139080"/>
                </a:cubicBezTo>
                <a:cubicBezTo>
                  <a:pt x="20092" y="144252"/>
                  <a:pt x="13655" y="147675"/>
                  <a:pt x="7739" y="148456"/>
                </a:cubicBezTo>
                <a:cubicBezTo>
                  <a:pt x="2865" y="149126"/>
                  <a:pt x="-595" y="153591"/>
                  <a:pt x="74" y="158502"/>
                </a:cubicBezTo>
                <a:cubicBezTo>
                  <a:pt x="744" y="163413"/>
                  <a:pt x="5209" y="166836"/>
                  <a:pt x="10120" y="166167"/>
                </a:cubicBezTo>
                <a:cubicBezTo>
                  <a:pt x="20613" y="164753"/>
                  <a:pt x="30063" y="159134"/>
                  <a:pt x="37728" y="153330"/>
                </a:cubicBezTo>
                <a:cubicBezTo>
                  <a:pt x="45653" y="147340"/>
                  <a:pt x="56294" y="147340"/>
                  <a:pt x="64219" y="153330"/>
                </a:cubicBezTo>
                <a:cubicBezTo>
                  <a:pt x="73223" y="160139"/>
                  <a:pt x="83679" y="166688"/>
                  <a:pt x="95250" y="166688"/>
                </a:cubicBezTo>
                <a:cubicBezTo>
                  <a:pt x="106821" y="166688"/>
                  <a:pt x="117239" y="160102"/>
                  <a:pt x="126281" y="153330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921500" y="1428750"/>
            <a:ext cx="2039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SİLİKONLU DIŞ CEPHE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21500" y="1682750"/>
            <a:ext cx="200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İtici Özellik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0000" y="198437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Silikon katkıları ile zenginleştirilmiş. </a:t>
            </a:r>
            <a:r>
              <a:rPr lang="en-US" sz="100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Yüksek su itici özelliği </a:t>
            </a: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ile su geçişini engeller.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0000" y="2301875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603133" y="241300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5" name="Text 33"/>
          <p:cNvSpPr/>
          <p:nvPr/>
        </p:nvSpPr>
        <p:spPr>
          <a:xfrm>
            <a:off x="6417469" y="2587625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itici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72563" y="2301875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325695" y="241300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8" name="Text 36"/>
          <p:cNvSpPr/>
          <p:nvPr/>
        </p:nvSpPr>
        <p:spPr>
          <a:xfrm>
            <a:off x="9140031" y="2587625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Kir tutmaz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0000" y="2936875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603133" y="304800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1" name="Text 39"/>
          <p:cNvSpPr/>
          <p:nvPr/>
        </p:nvSpPr>
        <p:spPr>
          <a:xfrm>
            <a:off x="6417469" y="3222625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UV dayanımı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72563" y="2936875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325695" y="304800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4" name="Text 42"/>
          <p:cNvSpPr/>
          <p:nvPr/>
        </p:nvSpPr>
        <p:spPr>
          <a:xfrm>
            <a:off x="9140031" y="3222625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Uzun ömürlü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0000" y="3607594"/>
            <a:ext cx="5349875" cy="7938"/>
          </a:xfrm>
          <a:custGeom>
            <a:avLst/>
            <a:gdLst/>
            <a:ahLst/>
            <a:cxnLst/>
            <a:rect l="l" t="t" r="r" b="b"/>
            <a:pathLst>
              <a:path w="5349875" h="7938">
                <a:moveTo>
                  <a:pt x="0" y="0"/>
                </a:moveTo>
                <a:lnTo>
                  <a:pt x="5349875" y="0"/>
                </a:lnTo>
                <a:lnTo>
                  <a:pt x="53498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8930" y="373062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7" name="Text 45"/>
          <p:cNvSpPr/>
          <p:nvPr/>
        </p:nvSpPr>
        <p:spPr>
          <a:xfrm>
            <a:off x="6532563" y="3706813"/>
            <a:ext cx="522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Alkali direnci ile nem, rutubet ve tuzlu suya dayanıklı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5438" y="4206875"/>
            <a:ext cx="5683250" cy="2786063"/>
          </a:xfrm>
          <a:custGeom>
            <a:avLst/>
            <a:gdLst/>
            <a:ahLst/>
            <a:cxnLst/>
            <a:rect l="l" t="t" r="r" b="b"/>
            <a:pathLst>
              <a:path w="5683250" h="2786063">
                <a:moveTo>
                  <a:pt x="0" y="0"/>
                </a:moveTo>
                <a:lnTo>
                  <a:pt x="5683250" y="0"/>
                </a:lnTo>
                <a:lnTo>
                  <a:pt x="5683250" y="2786063"/>
                </a:lnTo>
                <a:lnTo>
                  <a:pt x="0" y="27860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2125" y="437356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19125" y="4500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436" y="0"/>
                </a:moveTo>
                <a:cubicBezTo>
                  <a:pt x="100905" y="0"/>
                  <a:pt x="105928" y="3014"/>
                  <a:pt x="108533" y="7813"/>
                </a:cubicBezTo>
                <a:lnTo>
                  <a:pt x="188900" y="156642"/>
                </a:lnTo>
                <a:cubicBezTo>
                  <a:pt x="191393" y="161255"/>
                  <a:pt x="191281" y="166836"/>
                  <a:pt x="188602" y="171338"/>
                </a:cubicBezTo>
                <a:cubicBezTo>
                  <a:pt x="185924" y="175840"/>
                  <a:pt x="181049" y="178594"/>
                  <a:pt x="175840" y="178594"/>
                </a:cubicBezTo>
                <a:lnTo>
                  <a:pt x="15106" y="178594"/>
                </a:lnTo>
                <a:cubicBezTo>
                  <a:pt x="9860" y="178594"/>
                  <a:pt x="5023" y="175840"/>
                  <a:pt x="2344" y="171338"/>
                </a:cubicBezTo>
                <a:cubicBezTo>
                  <a:pt x="-335" y="166836"/>
                  <a:pt x="-446" y="161255"/>
                  <a:pt x="2046" y="156642"/>
                </a:cubicBezTo>
                <a:lnTo>
                  <a:pt x="82414" y="7813"/>
                </a:lnTo>
                <a:lnTo>
                  <a:pt x="83493" y="6102"/>
                </a:lnTo>
                <a:cubicBezTo>
                  <a:pt x="86209" y="2307"/>
                  <a:pt x="90636" y="0"/>
                  <a:pt x="95436" y="0"/>
                </a:cubicBezTo>
                <a:close/>
                <a:moveTo>
                  <a:pt x="63401" y="92980"/>
                </a:moveTo>
                <a:lnTo>
                  <a:pt x="73372" y="102952"/>
                </a:lnTo>
                <a:cubicBezTo>
                  <a:pt x="75679" y="105259"/>
                  <a:pt x="79474" y="105259"/>
                  <a:pt x="81781" y="102952"/>
                </a:cubicBezTo>
                <a:lnTo>
                  <a:pt x="97892" y="86841"/>
                </a:lnTo>
                <a:cubicBezTo>
                  <a:pt x="100124" y="84609"/>
                  <a:pt x="103138" y="83344"/>
                  <a:pt x="106300" y="83344"/>
                </a:cubicBezTo>
                <a:lnTo>
                  <a:pt x="122225" y="83344"/>
                </a:lnTo>
                <a:lnTo>
                  <a:pt x="95399" y="33672"/>
                </a:lnTo>
                <a:lnTo>
                  <a:pt x="63364" y="929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1063625" y="4389438"/>
            <a:ext cx="1849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GRENLLİ DIŞ CEPHE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63625" y="4643438"/>
            <a:ext cx="180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Tekstürlü Görünüm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92125" y="4945063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Kendi kendini yıkama özelliğine sahip </a:t>
            </a: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Su bazlı, yüzeye nefes aldırır.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92125" y="5262563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745258" y="537368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59594" y="5548313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Tekstürlü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214688" y="5262563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467820" y="537368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282156" y="5548313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Kendini temizler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92125" y="5897563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745258" y="600868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59594" y="6183313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Nefes alabilir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214688" y="5897563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467820" y="600868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3282156" y="6183313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Dekoratif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92125" y="6568281"/>
            <a:ext cx="5349875" cy="7938"/>
          </a:xfrm>
          <a:custGeom>
            <a:avLst/>
            <a:gdLst/>
            <a:ahLst/>
            <a:cxnLst/>
            <a:rect l="l" t="t" r="r" b="b"/>
            <a:pathLst>
              <a:path w="5349875" h="7938">
                <a:moveTo>
                  <a:pt x="0" y="0"/>
                </a:moveTo>
                <a:lnTo>
                  <a:pt x="5349875" y="0"/>
                </a:lnTo>
                <a:lnTo>
                  <a:pt x="53498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501055" y="6691313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48639" y="21075"/>
                </a:moveTo>
                <a:lnTo>
                  <a:pt x="48639" y="31840"/>
                </a:lnTo>
                <a:lnTo>
                  <a:pt x="48747" y="31948"/>
                </a:lnTo>
                <a:cubicBezTo>
                  <a:pt x="50158" y="14064"/>
                  <a:pt x="65112" y="0"/>
                  <a:pt x="83365" y="0"/>
                </a:cubicBezTo>
                <a:cubicBezTo>
                  <a:pt x="87728" y="0"/>
                  <a:pt x="91917" y="803"/>
                  <a:pt x="95758" y="2279"/>
                </a:cubicBezTo>
                <a:cubicBezTo>
                  <a:pt x="97929" y="3104"/>
                  <a:pt x="98320" y="5860"/>
                  <a:pt x="96692" y="7510"/>
                </a:cubicBezTo>
                <a:lnTo>
                  <a:pt x="77440" y="26761"/>
                </a:lnTo>
                <a:cubicBezTo>
                  <a:pt x="76789" y="27412"/>
                  <a:pt x="76420" y="28302"/>
                  <a:pt x="76420" y="29214"/>
                </a:cubicBezTo>
                <a:lnTo>
                  <a:pt x="76420" y="38199"/>
                </a:lnTo>
                <a:cubicBezTo>
                  <a:pt x="76420" y="40109"/>
                  <a:pt x="77983" y="41672"/>
                  <a:pt x="79893" y="41672"/>
                </a:cubicBezTo>
                <a:lnTo>
                  <a:pt x="88878" y="41672"/>
                </a:lnTo>
                <a:cubicBezTo>
                  <a:pt x="89790" y="41672"/>
                  <a:pt x="90680" y="41303"/>
                  <a:pt x="91331" y="40652"/>
                </a:cubicBezTo>
                <a:lnTo>
                  <a:pt x="110582" y="21400"/>
                </a:lnTo>
                <a:cubicBezTo>
                  <a:pt x="112232" y="19751"/>
                  <a:pt x="114988" y="20163"/>
                  <a:pt x="115813" y="22334"/>
                </a:cubicBezTo>
                <a:cubicBezTo>
                  <a:pt x="117289" y="26175"/>
                  <a:pt x="118092" y="30364"/>
                  <a:pt x="118092" y="34727"/>
                </a:cubicBezTo>
                <a:cubicBezTo>
                  <a:pt x="118092" y="47879"/>
                  <a:pt x="110778" y="59339"/>
                  <a:pt x="99969" y="65221"/>
                </a:cubicBezTo>
                <a:lnTo>
                  <a:pt x="117658" y="82910"/>
                </a:lnTo>
                <a:cubicBezTo>
                  <a:pt x="121717" y="86968"/>
                  <a:pt x="121717" y="93566"/>
                  <a:pt x="117658" y="97647"/>
                </a:cubicBezTo>
                <a:lnTo>
                  <a:pt x="104614" y="110691"/>
                </a:lnTo>
                <a:cubicBezTo>
                  <a:pt x="100555" y="114750"/>
                  <a:pt x="93957" y="114750"/>
                  <a:pt x="89877" y="110691"/>
                </a:cubicBezTo>
                <a:lnTo>
                  <a:pt x="62530" y="83344"/>
                </a:lnTo>
                <a:cubicBezTo>
                  <a:pt x="56583" y="77397"/>
                  <a:pt x="55237" y="68607"/>
                  <a:pt x="58514" y="61357"/>
                </a:cubicBezTo>
                <a:lnTo>
                  <a:pt x="38829" y="41672"/>
                </a:lnTo>
                <a:lnTo>
                  <a:pt x="28063" y="41672"/>
                </a:lnTo>
                <a:cubicBezTo>
                  <a:pt x="25741" y="41672"/>
                  <a:pt x="23571" y="40522"/>
                  <a:pt x="22290" y="38590"/>
                </a:cubicBezTo>
                <a:lnTo>
                  <a:pt x="5079" y="12784"/>
                </a:lnTo>
                <a:cubicBezTo>
                  <a:pt x="4167" y="11416"/>
                  <a:pt x="4341" y="9572"/>
                  <a:pt x="5513" y="8399"/>
                </a:cubicBezTo>
                <a:lnTo>
                  <a:pt x="15367" y="-1454"/>
                </a:lnTo>
                <a:cubicBezTo>
                  <a:pt x="16539" y="-2626"/>
                  <a:pt x="18362" y="-2800"/>
                  <a:pt x="19751" y="-1888"/>
                </a:cubicBezTo>
                <a:lnTo>
                  <a:pt x="45557" y="15301"/>
                </a:lnTo>
                <a:cubicBezTo>
                  <a:pt x="47489" y="16582"/>
                  <a:pt x="48639" y="18752"/>
                  <a:pt x="48639" y="21075"/>
                </a:cubicBezTo>
                <a:close/>
                <a:moveTo>
                  <a:pt x="46794" y="64374"/>
                </a:moveTo>
                <a:cubicBezTo>
                  <a:pt x="45427" y="72405"/>
                  <a:pt x="47315" y="80891"/>
                  <a:pt x="52524" y="87685"/>
                </a:cubicBezTo>
                <a:lnTo>
                  <a:pt x="31905" y="108282"/>
                </a:lnTo>
                <a:cubicBezTo>
                  <a:pt x="25806" y="114381"/>
                  <a:pt x="15909" y="114381"/>
                  <a:pt x="9810" y="108282"/>
                </a:cubicBezTo>
                <a:cubicBezTo>
                  <a:pt x="3711" y="102183"/>
                  <a:pt x="3711" y="92286"/>
                  <a:pt x="9810" y="86187"/>
                </a:cubicBezTo>
                <a:lnTo>
                  <a:pt x="39198" y="56800"/>
                </a:lnTo>
                <a:lnTo>
                  <a:pt x="46794" y="64396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74688" y="6667500"/>
            <a:ext cx="522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Mala ile uygulanır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83313" y="4206875"/>
            <a:ext cx="5683250" cy="2786063"/>
          </a:xfrm>
          <a:custGeom>
            <a:avLst/>
            <a:gdLst/>
            <a:ahLst/>
            <a:cxnLst/>
            <a:rect l="l" t="t" r="r" b="b"/>
            <a:pathLst>
              <a:path w="5683250" h="2786063">
                <a:moveTo>
                  <a:pt x="0" y="0"/>
                </a:moveTo>
                <a:lnTo>
                  <a:pt x="5683250" y="0"/>
                </a:lnTo>
                <a:lnTo>
                  <a:pt x="5683250" y="2786063"/>
                </a:lnTo>
                <a:lnTo>
                  <a:pt x="0" y="27860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50000" y="437356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6477000" y="4500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35719"/>
                </a:moveTo>
                <a:cubicBezTo>
                  <a:pt x="23812" y="29133"/>
                  <a:pt x="29133" y="23812"/>
                  <a:pt x="35719" y="23812"/>
                </a:cubicBezTo>
                <a:lnTo>
                  <a:pt x="95250" y="23812"/>
                </a:lnTo>
                <a:cubicBezTo>
                  <a:pt x="101836" y="23812"/>
                  <a:pt x="107156" y="29133"/>
                  <a:pt x="107156" y="35719"/>
                </a:cubicBezTo>
                <a:lnTo>
                  <a:pt x="107156" y="142875"/>
                </a:lnTo>
                <a:lnTo>
                  <a:pt x="142875" y="142875"/>
                </a:lnTo>
                <a:lnTo>
                  <a:pt x="142875" y="95250"/>
                </a:lnTo>
                <a:cubicBezTo>
                  <a:pt x="142875" y="88664"/>
                  <a:pt x="148196" y="83344"/>
                  <a:pt x="154781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166688" y="107156"/>
                </a:lnTo>
                <a:lnTo>
                  <a:pt x="166688" y="154781"/>
                </a:lnTo>
                <a:cubicBezTo>
                  <a:pt x="166688" y="161367"/>
                  <a:pt x="161367" y="166688"/>
                  <a:pt x="154781" y="166688"/>
                </a:cubicBezTo>
                <a:lnTo>
                  <a:pt x="95250" y="166688"/>
                </a:lnTo>
                <a:cubicBezTo>
                  <a:pt x="88664" y="166688"/>
                  <a:pt x="83344" y="161367"/>
                  <a:pt x="83344" y="154781"/>
                </a:cubicBezTo>
                <a:lnTo>
                  <a:pt x="83344" y="47625"/>
                </a:lnTo>
                <a:lnTo>
                  <a:pt x="47625" y="47625"/>
                </a:lnTo>
                <a:lnTo>
                  <a:pt x="47625" y="95250"/>
                </a:lnTo>
                <a:cubicBezTo>
                  <a:pt x="47625" y="101836"/>
                  <a:pt x="42304" y="107156"/>
                  <a:pt x="35719" y="107156"/>
                </a:cubicBez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ubicBezTo>
                  <a:pt x="0" y="88664"/>
                  <a:pt x="5321" y="83344"/>
                  <a:pt x="11906" y="83344"/>
                </a:cubicBezTo>
                <a:lnTo>
                  <a:pt x="23812" y="83344"/>
                </a:lnTo>
                <a:lnTo>
                  <a:pt x="23812" y="357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6921500" y="4389438"/>
            <a:ext cx="1825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ELASTİK DIŞ CEPHE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921500" y="4643438"/>
            <a:ext cx="178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Çatlak Köprüleyici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50000" y="4945063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Çatlaklara karşı dayanıklı. </a:t>
            </a:r>
            <a:r>
              <a:rPr lang="en-US" sz="10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Bina oturması sonucu oluşabilecek çatlakları engeller </a:t>
            </a: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50000" y="5262563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7603133" y="537368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6417469" y="5548313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Elastik yapı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072563" y="5262563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0325695" y="537368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9140031" y="5548313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Çatlak köprüler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50000" y="5897563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7603133" y="600868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6417469" y="6183313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Nefes alabilir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9072563" y="5897563"/>
            <a:ext cx="2627313" cy="539750"/>
          </a:xfrm>
          <a:custGeom>
            <a:avLst/>
            <a:gdLst/>
            <a:ahLst/>
            <a:cxnLst/>
            <a:rect l="l" t="t" r="r" b="b"/>
            <a:pathLst>
              <a:path w="2627313" h="539750">
                <a:moveTo>
                  <a:pt x="0" y="0"/>
                </a:moveTo>
                <a:lnTo>
                  <a:pt x="2627313" y="0"/>
                </a:lnTo>
                <a:lnTo>
                  <a:pt x="2627313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0325695" y="600868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1332" y="19562"/>
                </a:moveTo>
                <a:cubicBezTo>
                  <a:pt x="125323" y="22464"/>
                  <a:pt x="126216" y="28045"/>
                  <a:pt x="123313" y="32035"/>
                </a:cubicBezTo>
                <a:lnTo>
                  <a:pt x="51876" y="130262"/>
                </a:lnTo>
                <a:cubicBezTo>
                  <a:pt x="50341" y="132383"/>
                  <a:pt x="47969" y="133694"/>
                  <a:pt x="45346" y="133917"/>
                </a:cubicBezTo>
                <a:cubicBezTo>
                  <a:pt x="42723" y="134141"/>
                  <a:pt x="40184" y="133164"/>
                  <a:pt x="38342" y="131322"/>
                </a:cubicBezTo>
                <a:lnTo>
                  <a:pt x="2623" y="95603"/>
                </a:lnTo>
                <a:cubicBezTo>
                  <a:pt x="-865" y="92115"/>
                  <a:pt x="-865" y="86451"/>
                  <a:pt x="2623" y="82962"/>
                </a:cubicBezTo>
                <a:cubicBezTo>
                  <a:pt x="6111" y="79474"/>
                  <a:pt x="11776" y="79474"/>
                  <a:pt x="15264" y="82962"/>
                </a:cubicBezTo>
                <a:lnTo>
                  <a:pt x="43588" y="111286"/>
                </a:lnTo>
                <a:lnTo>
                  <a:pt x="108886" y="21515"/>
                </a:lnTo>
                <a:cubicBezTo>
                  <a:pt x="111789" y="17525"/>
                  <a:pt x="117370" y="16632"/>
                  <a:pt x="121360" y="1953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9140031" y="6183313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Esnek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350000" y="6568281"/>
            <a:ext cx="5349875" cy="7938"/>
          </a:xfrm>
          <a:custGeom>
            <a:avLst/>
            <a:gdLst/>
            <a:ahLst/>
            <a:cxnLst/>
            <a:rect l="l" t="t" r="r" b="b"/>
            <a:pathLst>
              <a:path w="5349875" h="7938">
                <a:moveTo>
                  <a:pt x="0" y="0"/>
                </a:moveTo>
                <a:lnTo>
                  <a:pt x="5349875" y="0"/>
                </a:lnTo>
                <a:lnTo>
                  <a:pt x="53498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6379766" y="6691313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13891" y="0"/>
                </a:moveTo>
                <a:cubicBezTo>
                  <a:pt x="6229" y="0"/>
                  <a:pt x="0" y="6229"/>
                  <a:pt x="0" y="13891"/>
                </a:cubicBezTo>
                <a:lnTo>
                  <a:pt x="0" y="97234"/>
                </a:lnTo>
                <a:cubicBezTo>
                  <a:pt x="0" y="104896"/>
                  <a:pt x="6229" y="111125"/>
                  <a:pt x="13891" y="111125"/>
                </a:cubicBezTo>
                <a:lnTo>
                  <a:pt x="69453" y="111125"/>
                </a:lnTo>
                <a:cubicBezTo>
                  <a:pt x="77115" y="111125"/>
                  <a:pt x="83344" y="104896"/>
                  <a:pt x="83344" y="97234"/>
                </a:cubicBezTo>
                <a:lnTo>
                  <a:pt x="83344" y="13891"/>
                </a:lnTo>
                <a:cubicBezTo>
                  <a:pt x="83344" y="6229"/>
                  <a:pt x="77115" y="0"/>
                  <a:pt x="69453" y="0"/>
                </a:cubicBezTo>
                <a:lnTo>
                  <a:pt x="13891" y="0"/>
                </a:lnTo>
                <a:close/>
                <a:moveTo>
                  <a:pt x="38199" y="76398"/>
                </a:moveTo>
                <a:lnTo>
                  <a:pt x="45145" y="76398"/>
                </a:lnTo>
                <a:cubicBezTo>
                  <a:pt x="48986" y="76398"/>
                  <a:pt x="52090" y="79502"/>
                  <a:pt x="52090" y="83344"/>
                </a:cubicBezTo>
                <a:lnTo>
                  <a:pt x="52090" y="100707"/>
                </a:lnTo>
                <a:lnTo>
                  <a:pt x="31254" y="100707"/>
                </a:lnTo>
                <a:lnTo>
                  <a:pt x="31254" y="83344"/>
                </a:lnTo>
                <a:cubicBezTo>
                  <a:pt x="31254" y="79502"/>
                  <a:pt x="34358" y="76398"/>
                  <a:pt x="38199" y="76398"/>
                </a:cubicBezTo>
                <a:close/>
                <a:moveTo>
                  <a:pt x="20836" y="24309"/>
                </a:moveTo>
                <a:cubicBezTo>
                  <a:pt x="20836" y="22399"/>
                  <a:pt x="22399" y="20836"/>
                  <a:pt x="24309" y="20836"/>
                </a:cubicBezTo>
                <a:lnTo>
                  <a:pt x="31254" y="20836"/>
                </a:lnTo>
                <a:cubicBezTo>
                  <a:pt x="33164" y="20836"/>
                  <a:pt x="34727" y="22399"/>
                  <a:pt x="34727" y="24309"/>
                </a:cubicBezTo>
                <a:lnTo>
                  <a:pt x="34727" y="31254"/>
                </a:lnTo>
                <a:cubicBezTo>
                  <a:pt x="34727" y="33164"/>
                  <a:pt x="33164" y="34727"/>
                  <a:pt x="31254" y="34727"/>
                </a:cubicBezTo>
                <a:lnTo>
                  <a:pt x="24309" y="34727"/>
                </a:lnTo>
                <a:cubicBezTo>
                  <a:pt x="22399" y="34727"/>
                  <a:pt x="20836" y="33164"/>
                  <a:pt x="20836" y="31254"/>
                </a:cubicBezTo>
                <a:lnTo>
                  <a:pt x="20836" y="24309"/>
                </a:lnTo>
                <a:close/>
                <a:moveTo>
                  <a:pt x="52090" y="20836"/>
                </a:moveTo>
                <a:lnTo>
                  <a:pt x="59035" y="20836"/>
                </a:lnTo>
                <a:cubicBezTo>
                  <a:pt x="60945" y="20836"/>
                  <a:pt x="62508" y="22399"/>
                  <a:pt x="62508" y="24309"/>
                </a:cubicBezTo>
                <a:lnTo>
                  <a:pt x="62508" y="31254"/>
                </a:lnTo>
                <a:cubicBezTo>
                  <a:pt x="62508" y="33164"/>
                  <a:pt x="60945" y="34727"/>
                  <a:pt x="59035" y="34727"/>
                </a:cubicBezTo>
                <a:lnTo>
                  <a:pt x="52090" y="34727"/>
                </a:lnTo>
                <a:cubicBezTo>
                  <a:pt x="50180" y="34727"/>
                  <a:pt x="48617" y="33164"/>
                  <a:pt x="48617" y="31254"/>
                </a:cubicBezTo>
                <a:lnTo>
                  <a:pt x="48617" y="24309"/>
                </a:lnTo>
                <a:cubicBezTo>
                  <a:pt x="48617" y="22399"/>
                  <a:pt x="50180" y="20836"/>
                  <a:pt x="52090" y="20836"/>
                </a:cubicBezTo>
                <a:close/>
                <a:moveTo>
                  <a:pt x="20836" y="52090"/>
                </a:moveTo>
                <a:cubicBezTo>
                  <a:pt x="20836" y="50180"/>
                  <a:pt x="22399" y="48617"/>
                  <a:pt x="24309" y="48617"/>
                </a:cubicBezTo>
                <a:lnTo>
                  <a:pt x="31254" y="48617"/>
                </a:lnTo>
                <a:cubicBezTo>
                  <a:pt x="33164" y="48617"/>
                  <a:pt x="34727" y="50180"/>
                  <a:pt x="34727" y="52090"/>
                </a:cubicBezTo>
                <a:lnTo>
                  <a:pt x="34727" y="59035"/>
                </a:lnTo>
                <a:cubicBezTo>
                  <a:pt x="34727" y="60945"/>
                  <a:pt x="33164" y="62508"/>
                  <a:pt x="31254" y="62508"/>
                </a:cubicBezTo>
                <a:lnTo>
                  <a:pt x="24309" y="62508"/>
                </a:lnTo>
                <a:cubicBezTo>
                  <a:pt x="22399" y="62508"/>
                  <a:pt x="20836" y="60945"/>
                  <a:pt x="20836" y="59035"/>
                </a:cubicBezTo>
                <a:lnTo>
                  <a:pt x="20836" y="52090"/>
                </a:lnTo>
                <a:close/>
                <a:moveTo>
                  <a:pt x="52090" y="48617"/>
                </a:moveTo>
                <a:lnTo>
                  <a:pt x="59035" y="48617"/>
                </a:lnTo>
                <a:cubicBezTo>
                  <a:pt x="60945" y="48617"/>
                  <a:pt x="62508" y="50180"/>
                  <a:pt x="62508" y="52090"/>
                </a:cubicBezTo>
                <a:lnTo>
                  <a:pt x="62508" y="59035"/>
                </a:lnTo>
                <a:cubicBezTo>
                  <a:pt x="62508" y="60945"/>
                  <a:pt x="60945" y="62508"/>
                  <a:pt x="59035" y="62508"/>
                </a:cubicBezTo>
                <a:lnTo>
                  <a:pt x="52090" y="62508"/>
                </a:lnTo>
                <a:cubicBezTo>
                  <a:pt x="50180" y="62508"/>
                  <a:pt x="48617" y="60945"/>
                  <a:pt x="48617" y="59035"/>
                </a:cubicBezTo>
                <a:lnTo>
                  <a:pt x="48617" y="52090"/>
                </a:lnTo>
                <a:cubicBezTo>
                  <a:pt x="48617" y="50180"/>
                  <a:pt x="50180" y="48617"/>
                  <a:pt x="52090" y="48617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6532563" y="6667500"/>
            <a:ext cx="522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Yeni binalar için ideal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6fe02db3492787b2e519d1f0820baf51bcb8238a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5000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4311" y="1428750"/>
            <a:ext cx="1771650" cy="533400"/>
          </a:xfrm>
          <a:custGeom>
            <a:avLst/>
            <a:gdLst/>
            <a:ahLst/>
            <a:cxnLst/>
            <a:rect l="l" t="t" r="r" b="b"/>
            <a:pathLst>
              <a:path w="1771650" h="533400">
                <a:moveTo>
                  <a:pt x="0" y="0"/>
                </a:moveTo>
                <a:lnTo>
                  <a:pt x="1771650" y="0"/>
                </a:lnTo>
                <a:lnTo>
                  <a:pt x="17716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575182" y="1524000"/>
            <a:ext cx="149529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BÖLÜM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90750"/>
            <a:ext cx="71818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TEKNOLOJİLERİ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053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86350"/>
            <a:ext cx="6867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Bazlı vs Solvent Bazlı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54" y="342954"/>
            <a:ext cx="1431831" cy="274363"/>
          </a:xfrm>
          <a:custGeom>
            <a:avLst/>
            <a:gdLst/>
            <a:ahLst/>
            <a:cxnLst/>
            <a:rect l="l" t="t" r="r" b="b"/>
            <a:pathLst>
              <a:path w="1431831" h="274363">
                <a:moveTo>
                  <a:pt x="0" y="0"/>
                </a:moveTo>
                <a:lnTo>
                  <a:pt x="1431831" y="0"/>
                </a:lnTo>
                <a:lnTo>
                  <a:pt x="1431831" y="274363"/>
                </a:lnTo>
                <a:lnTo>
                  <a:pt x="0" y="274363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445840" y="402970"/>
            <a:ext cx="128379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TEKNOLOJİLERİ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2954" y="720203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Bazlı ve Solvent Bazlı Boya Karşılaştırması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2954" y="1166042"/>
            <a:ext cx="823089" cy="34295"/>
          </a:xfrm>
          <a:custGeom>
            <a:avLst/>
            <a:gdLst/>
            <a:ahLst/>
            <a:cxnLst/>
            <a:rect l="l" t="t" r="r" b="b"/>
            <a:pathLst>
              <a:path w="823089" h="34295">
                <a:moveTo>
                  <a:pt x="0" y="0"/>
                </a:moveTo>
                <a:lnTo>
                  <a:pt x="823089" y="0"/>
                </a:lnTo>
                <a:lnTo>
                  <a:pt x="823089" y="34295"/>
                </a:lnTo>
                <a:lnTo>
                  <a:pt x="0" y="34295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351527" y="1346093"/>
            <a:ext cx="5633013" cy="4698464"/>
          </a:xfrm>
          <a:custGeom>
            <a:avLst/>
            <a:gdLst/>
            <a:ahLst/>
            <a:cxnLst/>
            <a:rect l="l" t="t" r="r" b="b"/>
            <a:pathLst>
              <a:path w="5633013" h="4698464">
                <a:moveTo>
                  <a:pt x="0" y="0"/>
                </a:moveTo>
                <a:lnTo>
                  <a:pt x="5633013" y="0"/>
                </a:lnTo>
                <a:lnTo>
                  <a:pt x="5633013" y="4698464"/>
                </a:lnTo>
                <a:lnTo>
                  <a:pt x="0" y="4698464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1578" y="1526143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0" y="0"/>
                </a:moveTo>
                <a:lnTo>
                  <a:pt x="548726" y="0"/>
                </a:lnTo>
                <a:lnTo>
                  <a:pt x="548726" y="548726"/>
                </a:lnTo>
                <a:lnTo>
                  <a:pt x="0" y="548726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Shape 6"/>
          <p:cNvSpPr/>
          <p:nvPr/>
        </p:nvSpPr>
        <p:spPr>
          <a:xfrm>
            <a:off x="711629" y="1671899"/>
            <a:ext cx="192911" cy="257215"/>
          </a:xfrm>
          <a:custGeom>
            <a:avLst/>
            <a:gdLst/>
            <a:ahLst/>
            <a:cxnLst/>
            <a:rect l="l" t="t" r="r" b="b"/>
            <a:pathLst>
              <a:path w="192911" h="257215">
                <a:moveTo>
                  <a:pt x="96456" y="257215"/>
                </a:moveTo>
                <a:cubicBezTo>
                  <a:pt x="43204" y="257215"/>
                  <a:pt x="0" y="214011"/>
                  <a:pt x="0" y="160759"/>
                </a:cubicBezTo>
                <a:cubicBezTo>
                  <a:pt x="0" y="114943"/>
                  <a:pt x="65409" y="23059"/>
                  <a:pt x="83695" y="-1758"/>
                </a:cubicBezTo>
                <a:cubicBezTo>
                  <a:pt x="86659" y="-5777"/>
                  <a:pt x="91331" y="-8038"/>
                  <a:pt x="96355" y="-8038"/>
                </a:cubicBezTo>
                <a:lnTo>
                  <a:pt x="96556" y="-8038"/>
                </a:lnTo>
                <a:cubicBezTo>
                  <a:pt x="101580" y="-8038"/>
                  <a:pt x="106252" y="-5777"/>
                  <a:pt x="109216" y="-1758"/>
                </a:cubicBezTo>
                <a:cubicBezTo>
                  <a:pt x="127502" y="23059"/>
                  <a:pt x="192911" y="114943"/>
                  <a:pt x="192911" y="160759"/>
                </a:cubicBezTo>
                <a:cubicBezTo>
                  <a:pt x="192911" y="214011"/>
                  <a:pt x="149707" y="257215"/>
                  <a:pt x="96456" y="257215"/>
                </a:cubicBezTo>
                <a:close/>
                <a:moveTo>
                  <a:pt x="56266" y="156741"/>
                </a:moveTo>
                <a:cubicBezTo>
                  <a:pt x="56266" y="150059"/>
                  <a:pt x="50890" y="144684"/>
                  <a:pt x="44209" y="144684"/>
                </a:cubicBezTo>
                <a:cubicBezTo>
                  <a:pt x="37527" y="144684"/>
                  <a:pt x="32152" y="150059"/>
                  <a:pt x="32152" y="156741"/>
                </a:cubicBezTo>
                <a:cubicBezTo>
                  <a:pt x="32152" y="194469"/>
                  <a:pt x="62746" y="225063"/>
                  <a:pt x="100475" y="225063"/>
                </a:cubicBezTo>
                <a:cubicBezTo>
                  <a:pt x="107156" y="225063"/>
                  <a:pt x="112532" y="219688"/>
                  <a:pt x="112532" y="213006"/>
                </a:cubicBezTo>
                <a:cubicBezTo>
                  <a:pt x="112532" y="206325"/>
                  <a:pt x="107156" y="200949"/>
                  <a:pt x="100475" y="200949"/>
                </a:cubicBezTo>
                <a:cubicBezTo>
                  <a:pt x="76059" y="200949"/>
                  <a:pt x="56266" y="181156"/>
                  <a:pt x="56266" y="156741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217485" y="1543291"/>
            <a:ext cx="1277502" cy="3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BAZLI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7485" y="1851949"/>
            <a:ext cx="121748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Çevre Dostu Seçim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1578" y="2212051"/>
            <a:ext cx="5272911" cy="720203"/>
          </a:xfrm>
          <a:custGeom>
            <a:avLst/>
            <a:gdLst/>
            <a:ahLst/>
            <a:cxnLst/>
            <a:rect l="l" t="t" r="r" b="b"/>
            <a:pathLst>
              <a:path w="5272911" h="720203">
                <a:moveTo>
                  <a:pt x="0" y="0"/>
                </a:moveTo>
                <a:lnTo>
                  <a:pt x="5272911" y="0"/>
                </a:lnTo>
                <a:lnTo>
                  <a:pt x="5272911" y="720203"/>
                </a:lnTo>
                <a:lnTo>
                  <a:pt x="0" y="7202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5899" y="2349232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85738" y="0"/>
                </a:moveTo>
                <a:cubicBezTo>
                  <a:pt x="133059" y="0"/>
                  <a:pt x="171477" y="38418"/>
                  <a:pt x="171477" y="85738"/>
                </a:cubicBezTo>
                <a:cubicBezTo>
                  <a:pt x="171477" y="133059"/>
                  <a:pt x="133059" y="171477"/>
                  <a:pt x="85738" y="171477"/>
                </a:cubicBezTo>
                <a:cubicBezTo>
                  <a:pt x="38418" y="171477"/>
                  <a:pt x="0" y="133059"/>
                  <a:pt x="0" y="85738"/>
                </a:cubicBezTo>
                <a:cubicBezTo>
                  <a:pt x="0" y="38418"/>
                  <a:pt x="38418" y="0"/>
                  <a:pt x="85738" y="0"/>
                </a:cubicBezTo>
                <a:close/>
                <a:moveTo>
                  <a:pt x="77700" y="40190"/>
                </a:moveTo>
                <a:lnTo>
                  <a:pt x="77700" y="85738"/>
                </a:lnTo>
                <a:cubicBezTo>
                  <a:pt x="77700" y="88418"/>
                  <a:pt x="79040" y="90930"/>
                  <a:pt x="81284" y="92437"/>
                </a:cubicBezTo>
                <a:lnTo>
                  <a:pt x="113436" y="113871"/>
                </a:lnTo>
                <a:cubicBezTo>
                  <a:pt x="117120" y="116350"/>
                  <a:pt x="122110" y="115345"/>
                  <a:pt x="124589" y="111627"/>
                </a:cubicBezTo>
                <a:cubicBezTo>
                  <a:pt x="127067" y="107910"/>
                  <a:pt x="126062" y="102953"/>
                  <a:pt x="122345" y="100475"/>
                </a:cubicBezTo>
                <a:lnTo>
                  <a:pt x="93776" y="81451"/>
                </a:lnTo>
                <a:lnTo>
                  <a:pt x="93776" y="40190"/>
                </a:lnTo>
                <a:cubicBezTo>
                  <a:pt x="93776" y="35735"/>
                  <a:pt x="90193" y="32152"/>
                  <a:pt x="85738" y="32152"/>
                </a:cubicBezTo>
                <a:cubicBezTo>
                  <a:pt x="81284" y="32152"/>
                  <a:pt x="77700" y="35735"/>
                  <a:pt x="77700" y="4019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3" name="Text 11"/>
          <p:cNvSpPr/>
          <p:nvPr/>
        </p:nvSpPr>
        <p:spPr>
          <a:xfrm>
            <a:off x="951696" y="2314937"/>
            <a:ext cx="106315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Kuruma Süresi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4464" y="2623595"/>
            <a:ext cx="51357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2-6 saat </a:t>
            </a:r>
            <a:r>
              <a:rPr lang="en-US" sz="108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içinde ikinci kata hazır. Aynı gün içinde işlem tamamlanabilir.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1578" y="3035139"/>
            <a:ext cx="5272911" cy="720203"/>
          </a:xfrm>
          <a:custGeom>
            <a:avLst/>
            <a:gdLst/>
            <a:ahLst/>
            <a:cxnLst/>
            <a:rect l="l" t="t" r="r" b="b"/>
            <a:pathLst>
              <a:path w="5272911" h="720203">
                <a:moveTo>
                  <a:pt x="0" y="0"/>
                </a:moveTo>
                <a:lnTo>
                  <a:pt x="5272911" y="0"/>
                </a:lnTo>
                <a:lnTo>
                  <a:pt x="5272911" y="720203"/>
                </a:lnTo>
                <a:lnTo>
                  <a:pt x="0" y="7202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5899" y="3172321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157846" y="2244"/>
                </a:moveTo>
                <a:cubicBezTo>
                  <a:pt x="159989" y="201"/>
                  <a:pt x="163104" y="-536"/>
                  <a:pt x="165984" y="402"/>
                </a:cubicBezTo>
                <a:cubicBezTo>
                  <a:pt x="169266" y="1507"/>
                  <a:pt x="171477" y="4588"/>
                  <a:pt x="171477" y="8038"/>
                </a:cubicBezTo>
                <a:lnTo>
                  <a:pt x="171477" y="70634"/>
                </a:lnTo>
                <a:cubicBezTo>
                  <a:pt x="171477" y="114575"/>
                  <a:pt x="135272" y="150042"/>
                  <a:pt x="91499" y="150042"/>
                </a:cubicBezTo>
                <a:cubicBezTo>
                  <a:pt x="65710" y="150042"/>
                  <a:pt x="43472" y="133464"/>
                  <a:pt x="35401" y="110288"/>
                </a:cubicBezTo>
                <a:cubicBezTo>
                  <a:pt x="23545" y="120603"/>
                  <a:pt x="16076" y="135775"/>
                  <a:pt x="16076" y="152722"/>
                </a:cubicBezTo>
                <a:cubicBezTo>
                  <a:pt x="16076" y="157176"/>
                  <a:pt x="12492" y="160759"/>
                  <a:pt x="8038" y="160759"/>
                </a:cubicBezTo>
                <a:cubicBezTo>
                  <a:pt x="3584" y="160759"/>
                  <a:pt x="0" y="157176"/>
                  <a:pt x="0" y="152722"/>
                </a:cubicBezTo>
                <a:cubicBezTo>
                  <a:pt x="0" y="127636"/>
                  <a:pt x="12794" y="105532"/>
                  <a:pt x="32185" y="92537"/>
                </a:cubicBezTo>
                <a:cubicBezTo>
                  <a:pt x="44008" y="84633"/>
                  <a:pt x="58108" y="80380"/>
                  <a:pt x="72342" y="80380"/>
                </a:cubicBezTo>
                <a:lnTo>
                  <a:pt x="99135" y="80380"/>
                </a:lnTo>
                <a:cubicBezTo>
                  <a:pt x="103589" y="80380"/>
                  <a:pt x="107173" y="76796"/>
                  <a:pt x="107173" y="72342"/>
                </a:cubicBezTo>
                <a:cubicBezTo>
                  <a:pt x="107173" y="67887"/>
                  <a:pt x="103589" y="64304"/>
                  <a:pt x="99135" y="64304"/>
                </a:cubicBezTo>
                <a:lnTo>
                  <a:pt x="72342" y="64304"/>
                </a:lnTo>
                <a:cubicBezTo>
                  <a:pt x="59046" y="64304"/>
                  <a:pt x="46453" y="67251"/>
                  <a:pt x="35166" y="72509"/>
                </a:cubicBezTo>
                <a:cubicBezTo>
                  <a:pt x="42970" y="49065"/>
                  <a:pt x="65041" y="32152"/>
                  <a:pt x="91097" y="32152"/>
                </a:cubicBezTo>
                <a:cubicBezTo>
                  <a:pt x="113335" y="32152"/>
                  <a:pt x="129880" y="24750"/>
                  <a:pt x="140899" y="17416"/>
                </a:cubicBezTo>
                <a:cubicBezTo>
                  <a:pt x="147329" y="13129"/>
                  <a:pt x="152789" y="8004"/>
                  <a:pt x="157879" y="224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7" name="Text 15"/>
          <p:cNvSpPr/>
          <p:nvPr/>
        </p:nvSpPr>
        <p:spPr>
          <a:xfrm>
            <a:off x="951696" y="3138025"/>
            <a:ext cx="96027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Çevresel Etki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464" y="3446684"/>
            <a:ext cx="51357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Düşük VOC </a:t>
            </a:r>
            <a:r>
              <a:rPr lang="en-US" sz="108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içeriği, çevre dostu, hava kirliliğini azaltır.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1578" y="3858228"/>
            <a:ext cx="5272911" cy="720203"/>
          </a:xfrm>
          <a:custGeom>
            <a:avLst/>
            <a:gdLst/>
            <a:ahLst/>
            <a:cxnLst/>
            <a:rect l="l" t="t" r="r" b="b"/>
            <a:pathLst>
              <a:path w="5272911" h="720203">
                <a:moveTo>
                  <a:pt x="0" y="0"/>
                </a:moveTo>
                <a:lnTo>
                  <a:pt x="5272911" y="0"/>
                </a:lnTo>
                <a:lnTo>
                  <a:pt x="5272911" y="720203"/>
                </a:lnTo>
                <a:lnTo>
                  <a:pt x="0" y="7202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5899" y="3995409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80715" y="29171"/>
                </a:moveTo>
                <a:lnTo>
                  <a:pt x="85738" y="36104"/>
                </a:lnTo>
                <a:lnTo>
                  <a:pt x="90762" y="29171"/>
                </a:lnTo>
                <a:cubicBezTo>
                  <a:pt x="99135" y="17583"/>
                  <a:pt x="112599" y="10717"/>
                  <a:pt x="126900" y="10717"/>
                </a:cubicBezTo>
                <a:cubicBezTo>
                  <a:pt x="151516" y="10717"/>
                  <a:pt x="171477" y="30678"/>
                  <a:pt x="171477" y="55295"/>
                </a:cubicBezTo>
                <a:lnTo>
                  <a:pt x="171477" y="56165"/>
                </a:lnTo>
                <a:cubicBezTo>
                  <a:pt x="171477" y="93743"/>
                  <a:pt x="124622" y="137382"/>
                  <a:pt x="100173" y="156037"/>
                </a:cubicBezTo>
                <a:cubicBezTo>
                  <a:pt x="96020" y="159185"/>
                  <a:pt x="90930" y="160759"/>
                  <a:pt x="85738" y="160759"/>
                </a:cubicBezTo>
                <a:cubicBezTo>
                  <a:pt x="80547" y="160759"/>
                  <a:pt x="75423" y="159219"/>
                  <a:pt x="71304" y="156037"/>
                </a:cubicBezTo>
                <a:cubicBezTo>
                  <a:pt x="46855" y="137382"/>
                  <a:pt x="0" y="93743"/>
                  <a:pt x="0" y="56165"/>
                </a:cubicBezTo>
                <a:lnTo>
                  <a:pt x="0" y="55295"/>
                </a:lnTo>
                <a:cubicBezTo>
                  <a:pt x="0" y="30678"/>
                  <a:pt x="19961" y="10717"/>
                  <a:pt x="44577" y="10717"/>
                </a:cubicBezTo>
                <a:cubicBezTo>
                  <a:pt x="58878" y="10717"/>
                  <a:pt x="72342" y="17583"/>
                  <a:pt x="80715" y="29171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951696" y="3961114"/>
            <a:ext cx="891679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Sağlık Etkisi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4464" y="4269772"/>
            <a:ext cx="51357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Kokusuz veya hafif koku </a:t>
            </a:r>
            <a:r>
              <a:rPr lang="en-US" sz="108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solunum hastaları için uygundur.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1578" y="4681316"/>
            <a:ext cx="5272911" cy="720203"/>
          </a:xfrm>
          <a:custGeom>
            <a:avLst/>
            <a:gdLst/>
            <a:ahLst/>
            <a:cxnLst/>
            <a:rect l="l" t="t" r="r" b="b"/>
            <a:pathLst>
              <a:path w="5272911" h="720203">
                <a:moveTo>
                  <a:pt x="0" y="0"/>
                </a:moveTo>
                <a:lnTo>
                  <a:pt x="5272911" y="0"/>
                </a:lnTo>
                <a:lnTo>
                  <a:pt x="5272911" y="720203"/>
                </a:lnTo>
                <a:lnTo>
                  <a:pt x="0" y="7202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88051" y="4818498"/>
            <a:ext cx="107173" cy="171477"/>
          </a:xfrm>
          <a:custGeom>
            <a:avLst/>
            <a:gdLst/>
            <a:ahLst/>
            <a:cxnLst/>
            <a:rect l="l" t="t" r="r" b="b"/>
            <a:pathLst>
              <a:path w="107173" h="171477">
                <a:moveTo>
                  <a:pt x="45549" y="8038"/>
                </a:moveTo>
                <a:cubicBezTo>
                  <a:pt x="45549" y="3584"/>
                  <a:pt x="49132" y="0"/>
                  <a:pt x="53586" y="0"/>
                </a:cubicBezTo>
                <a:cubicBezTo>
                  <a:pt x="58041" y="0"/>
                  <a:pt x="61624" y="3584"/>
                  <a:pt x="61624" y="8038"/>
                </a:cubicBezTo>
                <a:lnTo>
                  <a:pt x="61624" y="21435"/>
                </a:lnTo>
                <a:lnTo>
                  <a:pt x="80380" y="21435"/>
                </a:lnTo>
                <a:cubicBezTo>
                  <a:pt x="86308" y="21435"/>
                  <a:pt x="91097" y="26224"/>
                  <a:pt x="91097" y="32152"/>
                </a:cubicBezTo>
                <a:cubicBezTo>
                  <a:pt x="91097" y="38080"/>
                  <a:pt x="86308" y="42869"/>
                  <a:pt x="80380" y="42869"/>
                </a:cubicBezTo>
                <a:lnTo>
                  <a:pt x="41898" y="42869"/>
                </a:lnTo>
                <a:cubicBezTo>
                  <a:pt x="33559" y="42869"/>
                  <a:pt x="26793" y="49634"/>
                  <a:pt x="26793" y="57974"/>
                </a:cubicBezTo>
                <a:cubicBezTo>
                  <a:pt x="26793" y="65509"/>
                  <a:pt x="32319" y="71873"/>
                  <a:pt x="39754" y="72945"/>
                </a:cubicBezTo>
                <a:lnTo>
                  <a:pt x="70433" y="77332"/>
                </a:lnTo>
                <a:cubicBezTo>
                  <a:pt x="88451" y="79911"/>
                  <a:pt x="101814" y="95317"/>
                  <a:pt x="101814" y="113503"/>
                </a:cubicBezTo>
                <a:cubicBezTo>
                  <a:pt x="101814" y="133698"/>
                  <a:pt x="85437" y="150042"/>
                  <a:pt x="65275" y="150042"/>
                </a:cubicBezTo>
                <a:lnTo>
                  <a:pt x="61624" y="150042"/>
                </a:lnTo>
                <a:lnTo>
                  <a:pt x="61624" y="163439"/>
                </a:lnTo>
                <a:cubicBezTo>
                  <a:pt x="61624" y="167893"/>
                  <a:pt x="58041" y="171477"/>
                  <a:pt x="53586" y="171477"/>
                </a:cubicBezTo>
                <a:cubicBezTo>
                  <a:pt x="49132" y="171477"/>
                  <a:pt x="45549" y="167893"/>
                  <a:pt x="45549" y="163439"/>
                </a:cubicBezTo>
                <a:lnTo>
                  <a:pt x="45549" y="150042"/>
                </a:lnTo>
                <a:lnTo>
                  <a:pt x="21435" y="150042"/>
                </a:lnTo>
                <a:cubicBezTo>
                  <a:pt x="15507" y="150042"/>
                  <a:pt x="10717" y="145253"/>
                  <a:pt x="10717" y="139325"/>
                </a:cubicBezTo>
                <a:cubicBezTo>
                  <a:pt x="10717" y="133397"/>
                  <a:pt x="15507" y="128608"/>
                  <a:pt x="21435" y="128608"/>
                </a:cubicBezTo>
                <a:lnTo>
                  <a:pt x="65275" y="128608"/>
                </a:lnTo>
                <a:cubicBezTo>
                  <a:pt x="73614" y="128608"/>
                  <a:pt x="80380" y="121842"/>
                  <a:pt x="80380" y="113503"/>
                </a:cubicBezTo>
                <a:cubicBezTo>
                  <a:pt x="80380" y="105967"/>
                  <a:pt x="74854" y="99604"/>
                  <a:pt x="67419" y="98532"/>
                </a:cubicBezTo>
                <a:lnTo>
                  <a:pt x="36740" y="94145"/>
                </a:lnTo>
                <a:cubicBezTo>
                  <a:pt x="18722" y="91599"/>
                  <a:pt x="5359" y="76160"/>
                  <a:pt x="5359" y="57974"/>
                </a:cubicBezTo>
                <a:cubicBezTo>
                  <a:pt x="5359" y="37812"/>
                  <a:pt x="21736" y="21435"/>
                  <a:pt x="41898" y="21435"/>
                </a:cubicBezTo>
                <a:lnTo>
                  <a:pt x="45549" y="21435"/>
                </a:lnTo>
                <a:lnTo>
                  <a:pt x="45549" y="8038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5" name="Text 23"/>
          <p:cNvSpPr/>
          <p:nvPr/>
        </p:nvSpPr>
        <p:spPr>
          <a:xfrm>
            <a:off x="951696" y="4784203"/>
            <a:ext cx="58302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Maliyet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4464" y="5092861"/>
            <a:ext cx="51357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Daha ekonomik, </a:t>
            </a:r>
            <a:r>
              <a:rPr lang="en-US" sz="108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su ile inceltilebilir </a:t>
            </a:r>
            <a:r>
              <a:rPr lang="en-US" sz="108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temizliği kolay.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1578" y="5547274"/>
            <a:ext cx="5272911" cy="17148"/>
          </a:xfrm>
          <a:custGeom>
            <a:avLst/>
            <a:gdLst/>
            <a:ahLst/>
            <a:cxnLst/>
            <a:rect l="l" t="t" r="r" b="b"/>
            <a:pathLst>
              <a:path w="5272911" h="17148">
                <a:moveTo>
                  <a:pt x="0" y="0"/>
                </a:moveTo>
                <a:lnTo>
                  <a:pt x="5272911" y="0"/>
                </a:lnTo>
                <a:lnTo>
                  <a:pt x="5272911" y="17148"/>
                </a:lnTo>
                <a:lnTo>
                  <a:pt x="0" y="17148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726" y="5693030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74432" y="2304"/>
                </a:moveTo>
                <a:cubicBezTo>
                  <a:pt x="71136" y="-750"/>
                  <a:pt x="66045" y="-750"/>
                  <a:pt x="62777" y="2304"/>
                </a:cubicBezTo>
                <a:lnTo>
                  <a:pt x="2760" y="58034"/>
                </a:lnTo>
                <a:cubicBezTo>
                  <a:pt x="188" y="60446"/>
                  <a:pt x="-670" y="64170"/>
                  <a:pt x="616" y="67439"/>
                </a:cubicBezTo>
                <a:cubicBezTo>
                  <a:pt x="1902" y="70707"/>
                  <a:pt x="5037" y="72878"/>
                  <a:pt x="8574" y="72878"/>
                </a:cubicBezTo>
                <a:lnTo>
                  <a:pt x="12861" y="72878"/>
                </a:lnTo>
                <a:lnTo>
                  <a:pt x="12861" y="120034"/>
                </a:lnTo>
                <a:cubicBezTo>
                  <a:pt x="12861" y="129492"/>
                  <a:pt x="20550" y="137181"/>
                  <a:pt x="30008" y="137181"/>
                </a:cubicBezTo>
                <a:lnTo>
                  <a:pt x="107173" y="137181"/>
                </a:lnTo>
                <a:cubicBezTo>
                  <a:pt x="116631" y="137181"/>
                  <a:pt x="124321" y="129492"/>
                  <a:pt x="124321" y="120034"/>
                </a:cubicBezTo>
                <a:lnTo>
                  <a:pt x="124321" y="72878"/>
                </a:lnTo>
                <a:lnTo>
                  <a:pt x="128608" y="72878"/>
                </a:lnTo>
                <a:cubicBezTo>
                  <a:pt x="132144" y="72878"/>
                  <a:pt x="135306" y="70707"/>
                  <a:pt x="136592" y="67439"/>
                </a:cubicBezTo>
                <a:cubicBezTo>
                  <a:pt x="137878" y="64170"/>
                  <a:pt x="137021" y="60419"/>
                  <a:pt x="134449" y="58034"/>
                </a:cubicBezTo>
                <a:lnTo>
                  <a:pt x="74432" y="2304"/>
                </a:lnTo>
                <a:close/>
                <a:moveTo>
                  <a:pt x="64304" y="85738"/>
                </a:moveTo>
                <a:lnTo>
                  <a:pt x="72878" y="85738"/>
                </a:lnTo>
                <a:cubicBezTo>
                  <a:pt x="79978" y="85738"/>
                  <a:pt x="85738" y="91499"/>
                  <a:pt x="85738" y="98599"/>
                </a:cubicBezTo>
                <a:lnTo>
                  <a:pt x="85738" y="124321"/>
                </a:lnTo>
                <a:lnTo>
                  <a:pt x="51443" y="124321"/>
                </a:lnTo>
                <a:lnTo>
                  <a:pt x="51443" y="98599"/>
                </a:lnTo>
                <a:cubicBezTo>
                  <a:pt x="51443" y="91499"/>
                  <a:pt x="57204" y="85738"/>
                  <a:pt x="64304" y="8573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9" name="Text 27"/>
          <p:cNvSpPr/>
          <p:nvPr/>
        </p:nvSpPr>
        <p:spPr>
          <a:xfrm>
            <a:off x="749361" y="5658734"/>
            <a:ext cx="512371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İç mekan uygulamaları için ideal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08398" y="1346093"/>
            <a:ext cx="5633013" cy="4698464"/>
          </a:xfrm>
          <a:custGeom>
            <a:avLst/>
            <a:gdLst/>
            <a:ahLst/>
            <a:cxnLst/>
            <a:rect l="l" t="t" r="r" b="b"/>
            <a:pathLst>
              <a:path w="5633013" h="4698464">
                <a:moveTo>
                  <a:pt x="0" y="0"/>
                </a:moveTo>
                <a:lnTo>
                  <a:pt x="5633013" y="0"/>
                </a:lnTo>
                <a:lnTo>
                  <a:pt x="5633013" y="4698464"/>
                </a:lnTo>
                <a:lnTo>
                  <a:pt x="0" y="46984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8448" y="1526143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0" y="0"/>
                </a:moveTo>
                <a:lnTo>
                  <a:pt x="548726" y="0"/>
                </a:lnTo>
                <a:lnTo>
                  <a:pt x="548726" y="548726"/>
                </a:lnTo>
                <a:lnTo>
                  <a:pt x="0" y="5487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52423" y="1671899"/>
            <a:ext cx="225063" cy="257215"/>
          </a:xfrm>
          <a:custGeom>
            <a:avLst/>
            <a:gdLst/>
            <a:ahLst/>
            <a:cxnLst/>
            <a:rect l="l" t="t" r="r" b="b"/>
            <a:pathLst>
              <a:path w="225063" h="257215">
                <a:moveTo>
                  <a:pt x="144684" y="0"/>
                </a:moveTo>
                <a:lnTo>
                  <a:pt x="64304" y="0"/>
                </a:lnTo>
                <a:cubicBezTo>
                  <a:pt x="55412" y="0"/>
                  <a:pt x="48228" y="7184"/>
                  <a:pt x="48228" y="16076"/>
                </a:cubicBezTo>
                <a:cubicBezTo>
                  <a:pt x="48228" y="24968"/>
                  <a:pt x="55412" y="32152"/>
                  <a:pt x="64304" y="32152"/>
                </a:cubicBezTo>
                <a:lnTo>
                  <a:pt x="64304" y="108261"/>
                </a:lnTo>
                <a:lnTo>
                  <a:pt x="3768" y="214162"/>
                </a:lnTo>
                <a:cubicBezTo>
                  <a:pt x="1306" y="218532"/>
                  <a:pt x="0" y="223405"/>
                  <a:pt x="0" y="228429"/>
                </a:cubicBezTo>
                <a:cubicBezTo>
                  <a:pt x="0" y="244354"/>
                  <a:pt x="12861" y="257215"/>
                  <a:pt x="28786" y="257215"/>
                </a:cubicBezTo>
                <a:lnTo>
                  <a:pt x="196277" y="257215"/>
                </a:lnTo>
                <a:cubicBezTo>
                  <a:pt x="212152" y="257215"/>
                  <a:pt x="225063" y="244354"/>
                  <a:pt x="225063" y="228429"/>
                </a:cubicBezTo>
                <a:cubicBezTo>
                  <a:pt x="225063" y="223405"/>
                  <a:pt x="223757" y="218482"/>
                  <a:pt x="221295" y="214162"/>
                </a:cubicBezTo>
                <a:lnTo>
                  <a:pt x="160759" y="108261"/>
                </a:lnTo>
                <a:lnTo>
                  <a:pt x="160759" y="32152"/>
                </a:lnTo>
                <a:cubicBezTo>
                  <a:pt x="169652" y="32152"/>
                  <a:pt x="176835" y="24968"/>
                  <a:pt x="176835" y="16076"/>
                </a:cubicBezTo>
                <a:cubicBezTo>
                  <a:pt x="176835" y="7184"/>
                  <a:pt x="169652" y="0"/>
                  <a:pt x="160759" y="0"/>
                </a:cubicBezTo>
                <a:lnTo>
                  <a:pt x="144684" y="0"/>
                </a:lnTo>
                <a:close/>
                <a:moveTo>
                  <a:pt x="96456" y="108261"/>
                </a:moveTo>
                <a:lnTo>
                  <a:pt x="96456" y="32152"/>
                </a:lnTo>
                <a:lnTo>
                  <a:pt x="128608" y="32152"/>
                </a:lnTo>
                <a:lnTo>
                  <a:pt x="128608" y="108261"/>
                </a:lnTo>
                <a:cubicBezTo>
                  <a:pt x="128608" y="113838"/>
                  <a:pt x="130064" y="119364"/>
                  <a:pt x="132828" y="124237"/>
                </a:cubicBezTo>
                <a:lnTo>
                  <a:pt x="153726" y="160759"/>
                </a:lnTo>
                <a:lnTo>
                  <a:pt x="71337" y="160759"/>
                </a:lnTo>
                <a:lnTo>
                  <a:pt x="92236" y="124237"/>
                </a:lnTo>
                <a:cubicBezTo>
                  <a:pt x="94999" y="119364"/>
                  <a:pt x="96456" y="113888"/>
                  <a:pt x="96456" y="10826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074355" y="1543291"/>
            <a:ext cx="2032000" cy="3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SOLVENT BAZLI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74355" y="1851949"/>
            <a:ext cx="1971983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Yüksek Dayanıklılık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8448" y="2212051"/>
            <a:ext cx="5272911" cy="720203"/>
          </a:xfrm>
          <a:custGeom>
            <a:avLst/>
            <a:gdLst/>
            <a:ahLst/>
            <a:cxnLst/>
            <a:rect l="l" t="t" r="r" b="b"/>
            <a:pathLst>
              <a:path w="5272911" h="720203">
                <a:moveTo>
                  <a:pt x="0" y="0"/>
                </a:moveTo>
                <a:lnTo>
                  <a:pt x="5272911" y="0"/>
                </a:lnTo>
                <a:lnTo>
                  <a:pt x="5272911" y="720203"/>
                </a:lnTo>
                <a:lnTo>
                  <a:pt x="0" y="7202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12769" y="2349232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85738" y="0"/>
                </a:moveTo>
                <a:cubicBezTo>
                  <a:pt x="133059" y="0"/>
                  <a:pt x="171477" y="38418"/>
                  <a:pt x="171477" y="85738"/>
                </a:cubicBezTo>
                <a:cubicBezTo>
                  <a:pt x="171477" y="133059"/>
                  <a:pt x="133059" y="171477"/>
                  <a:pt x="85738" y="171477"/>
                </a:cubicBezTo>
                <a:cubicBezTo>
                  <a:pt x="38418" y="171477"/>
                  <a:pt x="0" y="133059"/>
                  <a:pt x="0" y="85738"/>
                </a:cubicBezTo>
                <a:cubicBezTo>
                  <a:pt x="0" y="38418"/>
                  <a:pt x="38418" y="0"/>
                  <a:pt x="85738" y="0"/>
                </a:cubicBezTo>
                <a:close/>
                <a:moveTo>
                  <a:pt x="77700" y="40190"/>
                </a:moveTo>
                <a:lnTo>
                  <a:pt x="77700" y="85738"/>
                </a:lnTo>
                <a:cubicBezTo>
                  <a:pt x="77700" y="88418"/>
                  <a:pt x="79040" y="90930"/>
                  <a:pt x="81284" y="92437"/>
                </a:cubicBezTo>
                <a:lnTo>
                  <a:pt x="113436" y="113871"/>
                </a:lnTo>
                <a:cubicBezTo>
                  <a:pt x="117120" y="116350"/>
                  <a:pt x="122110" y="115345"/>
                  <a:pt x="124589" y="111627"/>
                </a:cubicBezTo>
                <a:cubicBezTo>
                  <a:pt x="127067" y="107910"/>
                  <a:pt x="126062" y="102953"/>
                  <a:pt x="122345" y="100475"/>
                </a:cubicBezTo>
                <a:lnTo>
                  <a:pt x="93776" y="81451"/>
                </a:lnTo>
                <a:lnTo>
                  <a:pt x="93776" y="40190"/>
                </a:lnTo>
                <a:cubicBezTo>
                  <a:pt x="93776" y="35735"/>
                  <a:pt x="90193" y="32152"/>
                  <a:pt x="85738" y="32152"/>
                </a:cubicBezTo>
                <a:cubicBezTo>
                  <a:pt x="81284" y="32152"/>
                  <a:pt x="77700" y="35735"/>
                  <a:pt x="77700" y="4019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808566" y="2314937"/>
            <a:ext cx="106315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Kuruma Süresi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1334" y="2623595"/>
            <a:ext cx="51357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Daha uzun kuruma </a:t>
            </a:r>
            <a:r>
              <a:rPr lang="en-US" sz="108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genellikle 8-24 saat arası.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8448" y="3035139"/>
            <a:ext cx="5272911" cy="720203"/>
          </a:xfrm>
          <a:custGeom>
            <a:avLst/>
            <a:gdLst/>
            <a:ahLst/>
            <a:cxnLst/>
            <a:rect l="l" t="t" r="r" b="b"/>
            <a:pathLst>
              <a:path w="5272911" h="720203">
                <a:moveTo>
                  <a:pt x="0" y="0"/>
                </a:moveTo>
                <a:lnTo>
                  <a:pt x="5272911" y="0"/>
                </a:lnTo>
                <a:lnTo>
                  <a:pt x="5272911" y="720203"/>
                </a:lnTo>
                <a:lnTo>
                  <a:pt x="0" y="7202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12769" y="3172321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157846" y="2244"/>
                </a:moveTo>
                <a:cubicBezTo>
                  <a:pt x="159989" y="201"/>
                  <a:pt x="163104" y="-536"/>
                  <a:pt x="165984" y="402"/>
                </a:cubicBezTo>
                <a:cubicBezTo>
                  <a:pt x="169266" y="1507"/>
                  <a:pt x="171477" y="4588"/>
                  <a:pt x="171477" y="8038"/>
                </a:cubicBezTo>
                <a:lnTo>
                  <a:pt x="171477" y="70634"/>
                </a:lnTo>
                <a:cubicBezTo>
                  <a:pt x="171477" y="114575"/>
                  <a:pt x="135272" y="150042"/>
                  <a:pt x="91499" y="150042"/>
                </a:cubicBezTo>
                <a:cubicBezTo>
                  <a:pt x="65710" y="150042"/>
                  <a:pt x="43472" y="133464"/>
                  <a:pt x="35401" y="110288"/>
                </a:cubicBezTo>
                <a:cubicBezTo>
                  <a:pt x="23545" y="120603"/>
                  <a:pt x="16076" y="135775"/>
                  <a:pt x="16076" y="152722"/>
                </a:cubicBezTo>
                <a:cubicBezTo>
                  <a:pt x="16076" y="157176"/>
                  <a:pt x="12492" y="160759"/>
                  <a:pt x="8038" y="160759"/>
                </a:cubicBezTo>
                <a:cubicBezTo>
                  <a:pt x="3584" y="160759"/>
                  <a:pt x="0" y="157176"/>
                  <a:pt x="0" y="152722"/>
                </a:cubicBezTo>
                <a:cubicBezTo>
                  <a:pt x="0" y="127636"/>
                  <a:pt x="12794" y="105532"/>
                  <a:pt x="32185" y="92537"/>
                </a:cubicBezTo>
                <a:cubicBezTo>
                  <a:pt x="44008" y="84633"/>
                  <a:pt x="58108" y="80380"/>
                  <a:pt x="72342" y="80380"/>
                </a:cubicBezTo>
                <a:lnTo>
                  <a:pt x="99135" y="80380"/>
                </a:lnTo>
                <a:cubicBezTo>
                  <a:pt x="103589" y="80380"/>
                  <a:pt x="107173" y="76796"/>
                  <a:pt x="107173" y="72342"/>
                </a:cubicBezTo>
                <a:cubicBezTo>
                  <a:pt x="107173" y="67887"/>
                  <a:pt x="103589" y="64304"/>
                  <a:pt x="99135" y="64304"/>
                </a:cubicBezTo>
                <a:lnTo>
                  <a:pt x="72342" y="64304"/>
                </a:lnTo>
                <a:cubicBezTo>
                  <a:pt x="59046" y="64304"/>
                  <a:pt x="46453" y="67251"/>
                  <a:pt x="35166" y="72509"/>
                </a:cubicBezTo>
                <a:cubicBezTo>
                  <a:pt x="42970" y="49065"/>
                  <a:pt x="65041" y="32152"/>
                  <a:pt x="91097" y="32152"/>
                </a:cubicBezTo>
                <a:cubicBezTo>
                  <a:pt x="113335" y="32152"/>
                  <a:pt x="129880" y="24750"/>
                  <a:pt x="140899" y="17416"/>
                </a:cubicBezTo>
                <a:cubicBezTo>
                  <a:pt x="147329" y="13129"/>
                  <a:pt x="152789" y="8004"/>
                  <a:pt x="157879" y="2244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808566" y="3138025"/>
            <a:ext cx="96027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Çevresel Etki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91334" y="3446684"/>
            <a:ext cx="51357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Yüksek VOC </a:t>
            </a:r>
            <a:r>
              <a:rPr lang="en-US" sz="108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içeriği, çevreye zararlı emisyonlar.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88448" y="3858228"/>
            <a:ext cx="5272911" cy="720203"/>
          </a:xfrm>
          <a:custGeom>
            <a:avLst/>
            <a:gdLst/>
            <a:ahLst/>
            <a:cxnLst/>
            <a:rect l="l" t="t" r="r" b="b"/>
            <a:pathLst>
              <a:path w="5272911" h="720203">
                <a:moveTo>
                  <a:pt x="0" y="0"/>
                </a:moveTo>
                <a:lnTo>
                  <a:pt x="5272911" y="0"/>
                </a:lnTo>
                <a:lnTo>
                  <a:pt x="5272911" y="720203"/>
                </a:lnTo>
                <a:lnTo>
                  <a:pt x="0" y="7202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12769" y="3995409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85738" y="0"/>
                </a:moveTo>
                <a:cubicBezTo>
                  <a:pt x="90662" y="0"/>
                  <a:pt x="95183" y="2713"/>
                  <a:pt x="97527" y="7033"/>
                </a:cubicBezTo>
                <a:lnTo>
                  <a:pt x="169869" y="140999"/>
                </a:lnTo>
                <a:cubicBezTo>
                  <a:pt x="172113" y="145152"/>
                  <a:pt x="172013" y="150176"/>
                  <a:pt x="169601" y="154229"/>
                </a:cubicBezTo>
                <a:cubicBezTo>
                  <a:pt x="167190" y="158281"/>
                  <a:pt x="162802" y="160759"/>
                  <a:pt x="158080" y="160759"/>
                </a:cubicBezTo>
                <a:lnTo>
                  <a:pt x="13397" y="160759"/>
                </a:lnTo>
                <a:cubicBezTo>
                  <a:pt x="8674" y="160759"/>
                  <a:pt x="4320" y="158281"/>
                  <a:pt x="1876" y="154229"/>
                </a:cubicBezTo>
                <a:cubicBezTo>
                  <a:pt x="-569" y="150176"/>
                  <a:pt x="-636" y="145152"/>
                  <a:pt x="1608" y="140999"/>
                </a:cubicBezTo>
                <a:lnTo>
                  <a:pt x="73949" y="7033"/>
                </a:lnTo>
                <a:cubicBezTo>
                  <a:pt x="76294" y="2713"/>
                  <a:pt x="80815" y="0"/>
                  <a:pt x="85738" y="0"/>
                </a:cubicBezTo>
                <a:close/>
                <a:moveTo>
                  <a:pt x="85738" y="56266"/>
                </a:moveTo>
                <a:cubicBezTo>
                  <a:pt x="81284" y="56266"/>
                  <a:pt x="77700" y="59849"/>
                  <a:pt x="77700" y="64304"/>
                </a:cubicBezTo>
                <a:lnTo>
                  <a:pt x="77700" y="101814"/>
                </a:lnTo>
                <a:cubicBezTo>
                  <a:pt x="77700" y="106269"/>
                  <a:pt x="81284" y="109852"/>
                  <a:pt x="85738" y="109852"/>
                </a:cubicBezTo>
                <a:cubicBezTo>
                  <a:pt x="90193" y="109852"/>
                  <a:pt x="93776" y="106269"/>
                  <a:pt x="93776" y="101814"/>
                </a:cubicBezTo>
                <a:lnTo>
                  <a:pt x="93776" y="64304"/>
                </a:lnTo>
                <a:cubicBezTo>
                  <a:pt x="93776" y="59849"/>
                  <a:pt x="90193" y="56266"/>
                  <a:pt x="85738" y="56266"/>
                </a:cubicBezTo>
                <a:close/>
                <a:moveTo>
                  <a:pt x="94681" y="128608"/>
                </a:moveTo>
                <a:cubicBezTo>
                  <a:pt x="94884" y="125288"/>
                  <a:pt x="93229" y="122130"/>
                  <a:pt x="90383" y="120409"/>
                </a:cubicBezTo>
                <a:cubicBezTo>
                  <a:pt x="87538" y="118688"/>
                  <a:pt x="83972" y="118688"/>
                  <a:pt x="81127" y="120409"/>
                </a:cubicBezTo>
                <a:cubicBezTo>
                  <a:pt x="78282" y="122130"/>
                  <a:pt x="76626" y="125288"/>
                  <a:pt x="76830" y="128608"/>
                </a:cubicBezTo>
                <a:cubicBezTo>
                  <a:pt x="76626" y="131927"/>
                  <a:pt x="78282" y="135085"/>
                  <a:pt x="81127" y="136806"/>
                </a:cubicBezTo>
                <a:cubicBezTo>
                  <a:pt x="83972" y="138527"/>
                  <a:pt x="87538" y="138527"/>
                  <a:pt x="90383" y="136806"/>
                </a:cubicBezTo>
                <a:cubicBezTo>
                  <a:pt x="93229" y="135085"/>
                  <a:pt x="94884" y="131927"/>
                  <a:pt x="94681" y="128608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808566" y="3961114"/>
            <a:ext cx="891679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Sağlık Etkisi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91334" y="4269772"/>
            <a:ext cx="51357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Güçlü koku </a:t>
            </a:r>
            <a:r>
              <a:rPr lang="en-US" sz="108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baş ağrısı ve nefes darlığına neden olabilir.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88448" y="4681316"/>
            <a:ext cx="5272911" cy="720203"/>
          </a:xfrm>
          <a:custGeom>
            <a:avLst/>
            <a:gdLst/>
            <a:ahLst/>
            <a:cxnLst/>
            <a:rect l="l" t="t" r="r" b="b"/>
            <a:pathLst>
              <a:path w="5272911" h="720203">
                <a:moveTo>
                  <a:pt x="0" y="0"/>
                </a:moveTo>
                <a:lnTo>
                  <a:pt x="5272911" y="0"/>
                </a:lnTo>
                <a:lnTo>
                  <a:pt x="5272911" y="720203"/>
                </a:lnTo>
                <a:lnTo>
                  <a:pt x="0" y="7202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12769" y="4818498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85738" y="0"/>
                </a:moveTo>
                <a:cubicBezTo>
                  <a:pt x="87279" y="0"/>
                  <a:pt x="88820" y="335"/>
                  <a:pt x="90226" y="971"/>
                </a:cubicBezTo>
                <a:lnTo>
                  <a:pt x="153324" y="27731"/>
                </a:lnTo>
                <a:cubicBezTo>
                  <a:pt x="160693" y="30846"/>
                  <a:pt x="166185" y="38113"/>
                  <a:pt x="166152" y="46888"/>
                </a:cubicBezTo>
                <a:cubicBezTo>
                  <a:pt x="165984" y="80112"/>
                  <a:pt x="152320" y="140899"/>
                  <a:pt x="94614" y="168530"/>
                </a:cubicBezTo>
                <a:cubicBezTo>
                  <a:pt x="89021" y="171209"/>
                  <a:pt x="82523" y="171209"/>
                  <a:pt x="76930" y="168530"/>
                </a:cubicBezTo>
                <a:cubicBezTo>
                  <a:pt x="19191" y="140899"/>
                  <a:pt x="5560" y="80112"/>
                  <a:pt x="5392" y="46888"/>
                </a:cubicBezTo>
                <a:cubicBezTo>
                  <a:pt x="5359" y="38113"/>
                  <a:pt x="10851" y="30846"/>
                  <a:pt x="18219" y="27731"/>
                </a:cubicBezTo>
                <a:lnTo>
                  <a:pt x="81284" y="971"/>
                </a:lnTo>
                <a:cubicBezTo>
                  <a:pt x="82691" y="335"/>
                  <a:pt x="84198" y="0"/>
                  <a:pt x="85738" y="0"/>
                </a:cubicBezTo>
                <a:close/>
                <a:moveTo>
                  <a:pt x="85738" y="22372"/>
                </a:moveTo>
                <a:lnTo>
                  <a:pt x="85738" y="149004"/>
                </a:lnTo>
                <a:cubicBezTo>
                  <a:pt x="131957" y="126632"/>
                  <a:pt x="144382" y="77064"/>
                  <a:pt x="144684" y="47391"/>
                </a:cubicBezTo>
                <a:lnTo>
                  <a:pt x="85738" y="22406"/>
                </a:lnTo>
                <a:lnTo>
                  <a:pt x="85738" y="22406"/>
                </a:ln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808566" y="4784203"/>
            <a:ext cx="84881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Dayanıklılık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91334" y="5092861"/>
            <a:ext cx="51357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Yüksek dayanıklılık </a:t>
            </a:r>
            <a:r>
              <a:rPr lang="en-US" sz="108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aşırı hava koşullarına dirençli.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88448" y="5547274"/>
            <a:ext cx="5272911" cy="17148"/>
          </a:xfrm>
          <a:custGeom>
            <a:avLst/>
            <a:gdLst/>
            <a:ahLst/>
            <a:cxnLst/>
            <a:rect l="l" t="t" r="r" b="b"/>
            <a:pathLst>
              <a:path w="5272911" h="17148">
                <a:moveTo>
                  <a:pt x="0" y="0"/>
                </a:moveTo>
                <a:lnTo>
                  <a:pt x="5272911" y="0"/>
                </a:lnTo>
                <a:lnTo>
                  <a:pt x="5272911" y="17148"/>
                </a:lnTo>
                <a:lnTo>
                  <a:pt x="0" y="171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2744" y="5693030"/>
            <a:ext cx="102886" cy="137181"/>
          </a:xfrm>
          <a:custGeom>
            <a:avLst/>
            <a:gdLst/>
            <a:ahLst/>
            <a:cxnLst/>
            <a:rect l="l" t="t" r="r" b="b"/>
            <a:pathLst>
              <a:path w="102886" h="137181">
                <a:moveTo>
                  <a:pt x="17148" y="0"/>
                </a:moveTo>
                <a:cubicBezTo>
                  <a:pt x="7690" y="0"/>
                  <a:pt x="0" y="7690"/>
                  <a:pt x="0" y="17148"/>
                </a:cubicBezTo>
                <a:lnTo>
                  <a:pt x="0" y="120034"/>
                </a:lnTo>
                <a:cubicBezTo>
                  <a:pt x="0" y="129492"/>
                  <a:pt x="7690" y="137181"/>
                  <a:pt x="17148" y="137181"/>
                </a:cubicBezTo>
                <a:lnTo>
                  <a:pt x="85738" y="137181"/>
                </a:lnTo>
                <a:cubicBezTo>
                  <a:pt x="95196" y="137181"/>
                  <a:pt x="102886" y="129492"/>
                  <a:pt x="102886" y="120034"/>
                </a:cubicBezTo>
                <a:lnTo>
                  <a:pt x="102886" y="17148"/>
                </a:lnTo>
                <a:cubicBezTo>
                  <a:pt x="102886" y="7690"/>
                  <a:pt x="95196" y="0"/>
                  <a:pt x="85738" y="0"/>
                </a:cubicBezTo>
                <a:lnTo>
                  <a:pt x="17148" y="0"/>
                </a:lnTo>
                <a:close/>
                <a:moveTo>
                  <a:pt x="47156" y="94312"/>
                </a:moveTo>
                <a:lnTo>
                  <a:pt x="55730" y="94312"/>
                </a:lnTo>
                <a:cubicBezTo>
                  <a:pt x="60472" y="94312"/>
                  <a:pt x="64304" y="98144"/>
                  <a:pt x="64304" y="102886"/>
                </a:cubicBezTo>
                <a:lnTo>
                  <a:pt x="64304" y="124321"/>
                </a:lnTo>
                <a:lnTo>
                  <a:pt x="38582" y="124321"/>
                </a:lnTo>
                <a:lnTo>
                  <a:pt x="38582" y="102886"/>
                </a:lnTo>
                <a:cubicBezTo>
                  <a:pt x="38582" y="98144"/>
                  <a:pt x="42414" y="94312"/>
                  <a:pt x="47156" y="94312"/>
                </a:cubicBezTo>
                <a:close/>
                <a:moveTo>
                  <a:pt x="25722" y="30008"/>
                </a:moveTo>
                <a:cubicBezTo>
                  <a:pt x="25722" y="27651"/>
                  <a:pt x="27651" y="25722"/>
                  <a:pt x="30008" y="25722"/>
                </a:cubicBezTo>
                <a:lnTo>
                  <a:pt x="38582" y="25722"/>
                </a:lnTo>
                <a:cubicBezTo>
                  <a:pt x="40940" y="25722"/>
                  <a:pt x="42869" y="27651"/>
                  <a:pt x="42869" y="30008"/>
                </a:cubicBezTo>
                <a:lnTo>
                  <a:pt x="42869" y="38582"/>
                </a:lnTo>
                <a:cubicBezTo>
                  <a:pt x="42869" y="40940"/>
                  <a:pt x="40940" y="42869"/>
                  <a:pt x="38582" y="42869"/>
                </a:cubicBezTo>
                <a:lnTo>
                  <a:pt x="30008" y="42869"/>
                </a:lnTo>
                <a:cubicBezTo>
                  <a:pt x="27651" y="42869"/>
                  <a:pt x="25722" y="40940"/>
                  <a:pt x="25722" y="38582"/>
                </a:cubicBezTo>
                <a:lnTo>
                  <a:pt x="25722" y="30008"/>
                </a:lnTo>
                <a:close/>
                <a:moveTo>
                  <a:pt x="64304" y="25722"/>
                </a:moveTo>
                <a:lnTo>
                  <a:pt x="72878" y="25722"/>
                </a:lnTo>
                <a:cubicBezTo>
                  <a:pt x="75235" y="25722"/>
                  <a:pt x="77165" y="27651"/>
                  <a:pt x="77165" y="30008"/>
                </a:cubicBezTo>
                <a:lnTo>
                  <a:pt x="77165" y="38582"/>
                </a:lnTo>
                <a:cubicBezTo>
                  <a:pt x="77165" y="40940"/>
                  <a:pt x="75235" y="42869"/>
                  <a:pt x="72878" y="42869"/>
                </a:cubicBezTo>
                <a:lnTo>
                  <a:pt x="64304" y="42869"/>
                </a:lnTo>
                <a:cubicBezTo>
                  <a:pt x="61946" y="42869"/>
                  <a:pt x="60017" y="40940"/>
                  <a:pt x="60017" y="38582"/>
                </a:cubicBezTo>
                <a:lnTo>
                  <a:pt x="60017" y="30008"/>
                </a:lnTo>
                <a:cubicBezTo>
                  <a:pt x="60017" y="27651"/>
                  <a:pt x="61946" y="25722"/>
                  <a:pt x="64304" y="25722"/>
                </a:cubicBezTo>
                <a:close/>
                <a:moveTo>
                  <a:pt x="25722" y="64304"/>
                </a:moveTo>
                <a:cubicBezTo>
                  <a:pt x="25722" y="61946"/>
                  <a:pt x="27651" y="60017"/>
                  <a:pt x="30008" y="60017"/>
                </a:cubicBezTo>
                <a:lnTo>
                  <a:pt x="38582" y="60017"/>
                </a:lnTo>
                <a:cubicBezTo>
                  <a:pt x="40940" y="60017"/>
                  <a:pt x="42869" y="61946"/>
                  <a:pt x="42869" y="64304"/>
                </a:cubicBezTo>
                <a:lnTo>
                  <a:pt x="42869" y="72878"/>
                </a:lnTo>
                <a:cubicBezTo>
                  <a:pt x="42869" y="75235"/>
                  <a:pt x="40940" y="77165"/>
                  <a:pt x="38582" y="77165"/>
                </a:cubicBezTo>
                <a:lnTo>
                  <a:pt x="30008" y="77165"/>
                </a:lnTo>
                <a:cubicBezTo>
                  <a:pt x="27651" y="77165"/>
                  <a:pt x="25722" y="75235"/>
                  <a:pt x="25722" y="72878"/>
                </a:cubicBezTo>
                <a:lnTo>
                  <a:pt x="25722" y="64304"/>
                </a:lnTo>
                <a:close/>
                <a:moveTo>
                  <a:pt x="64304" y="60017"/>
                </a:moveTo>
                <a:lnTo>
                  <a:pt x="72878" y="60017"/>
                </a:lnTo>
                <a:cubicBezTo>
                  <a:pt x="75235" y="60017"/>
                  <a:pt x="77165" y="61946"/>
                  <a:pt x="77165" y="64304"/>
                </a:cubicBezTo>
                <a:lnTo>
                  <a:pt x="77165" y="72878"/>
                </a:lnTo>
                <a:cubicBezTo>
                  <a:pt x="77165" y="75235"/>
                  <a:pt x="75235" y="77165"/>
                  <a:pt x="72878" y="77165"/>
                </a:cubicBezTo>
                <a:lnTo>
                  <a:pt x="64304" y="77165"/>
                </a:lnTo>
                <a:cubicBezTo>
                  <a:pt x="61946" y="77165"/>
                  <a:pt x="60017" y="75235"/>
                  <a:pt x="60017" y="72878"/>
                </a:cubicBezTo>
                <a:lnTo>
                  <a:pt x="60017" y="64304"/>
                </a:lnTo>
                <a:cubicBezTo>
                  <a:pt x="60017" y="61946"/>
                  <a:pt x="61946" y="60017"/>
                  <a:pt x="64304" y="6001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606231" y="5658734"/>
            <a:ext cx="512371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Dış mekan ve endüstriyel uygulamalar için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47241" y="6194599"/>
            <a:ext cx="3738194" cy="660186"/>
          </a:xfrm>
          <a:custGeom>
            <a:avLst/>
            <a:gdLst/>
            <a:ahLst/>
            <a:cxnLst/>
            <a:rect l="l" t="t" r="r" b="b"/>
            <a:pathLst>
              <a:path w="3738194" h="660186">
                <a:moveTo>
                  <a:pt x="0" y="0"/>
                </a:moveTo>
                <a:lnTo>
                  <a:pt x="3738194" y="0"/>
                </a:lnTo>
                <a:lnTo>
                  <a:pt x="3738194" y="660186"/>
                </a:lnTo>
                <a:lnTo>
                  <a:pt x="0" y="660186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2970" y="6301772"/>
            <a:ext cx="362673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4-6 saat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24405" y="6576135"/>
            <a:ext cx="358386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Bazlı Kuruma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28912" y="6194599"/>
            <a:ext cx="3738194" cy="660186"/>
          </a:xfrm>
          <a:custGeom>
            <a:avLst/>
            <a:gdLst/>
            <a:ahLst/>
            <a:cxnLst/>
            <a:rect l="l" t="t" r="r" b="b"/>
            <a:pathLst>
              <a:path w="3738194" h="660186">
                <a:moveTo>
                  <a:pt x="0" y="0"/>
                </a:moveTo>
                <a:lnTo>
                  <a:pt x="3738194" y="0"/>
                </a:lnTo>
                <a:lnTo>
                  <a:pt x="3738194" y="660186"/>
                </a:lnTo>
                <a:lnTo>
                  <a:pt x="0" y="6601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84642" y="6301772"/>
            <a:ext cx="362673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8-24 saat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306077" y="6576135"/>
            <a:ext cx="358386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Solvent Bazlı Kuruma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110584" y="6194599"/>
            <a:ext cx="3738194" cy="660186"/>
          </a:xfrm>
          <a:custGeom>
            <a:avLst/>
            <a:gdLst/>
            <a:ahLst/>
            <a:cxnLst/>
            <a:rect l="l" t="t" r="r" b="b"/>
            <a:pathLst>
              <a:path w="3738194" h="660186">
                <a:moveTo>
                  <a:pt x="0" y="0"/>
                </a:moveTo>
                <a:lnTo>
                  <a:pt x="3738194" y="0"/>
                </a:lnTo>
                <a:lnTo>
                  <a:pt x="3738194" y="660186"/>
                </a:lnTo>
                <a:lnTo>
                  <a:pt x="0" y="660186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66314" y="6301772"/>
            <a:ext cx="362673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Düşük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187749" y="6576135"/>
            <a:ext cx="358386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Bazlı VOC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raditionalpainter.com/86eddcda8f1c312333b67579977af92e8e1241f6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11907" b="1190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5000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4311" y="1428750"/>
            <a:ext cx="1762125" cy="533400"/>
          </a:xfrm>
          <a:custGeom>
            <a:avLst/>
            <a:gdLst/>
            <a:ahLst/>
            <a:cxnLst/>
            <a:rect l="l" t="t" r="r" b="b"/>
            <a:pathLst>
              <a:path w="1762125" h="533400">
                <a:moveTo>
                  <a:pt x="0" y="0"/>
                </a:moveTo>
                <a:lnTo>
                  <a:pt x="1762125" y="0"/>
                </a:lnTo>
                <a:lnTo>
                  <a:pt x="17621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575182" y="1524000"/>
            <a:ext cx="149231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BÖLÜM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90750"/>
            <a:ext cx="549592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UYGULAMA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TEKNİKLERİ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053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86350"/>
            <a:ext cx="518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Profesyonel Boyama İpuçları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14500" cy="304800"/>
          </a:xfrm>
          <a:custGeom>
            <a:avLst/>
            <a:gdLst/>
            <a:ahLst/>
            <a:cxnLst/>
            <a:rect l="l" t="t" r="r" b="b"/>
            <a:pathLst>
              <a:path w="1714500" h="304800">
                <a:moveTo>
                  <a:pt x="0" y="0"/>
                </a:moveTo>
                <a:lnTo>
                  <a:pt x="1714500" y="0"/>
                </a:lnTo>
                <a:lnTo>
                  <a:pt x="17145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495300" y="447675"/>
            <a:ext cx="15521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UYGULAMA TEKNİKLERİ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Uygulama Adımları ve Teknikleri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85900"/>
            <a:ext cx="5600700" cy="1409700"/>
          </a:xfrm>
          <a:custGeom>
            <a:avLst/>
            <a:gdLst/>
            <a:ahLst/>
            <a:cxnLst/>
            <a:rect l="l" t="t" r="r" b="b"/>
            <a:pathLst>
              <a:path w="5600700" h="1409700">
                <a:moveTo>
                  <a:pt x="0" y="0"/>
                </a:moveTo>
                <a:lnTo>
                  <a:pt x="5600700" y="0"/>
                </a:lnTo>
                <a:lnTo>
                  <a:pt x="56007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4859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Text 7"/>
          <p:cNvSpPr/>
          <p:nvPr/>
        </p:nvSpPr>
        <p:spPr>
          <a:xfrm>
            <a:off x="523875" y="1638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16383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Yüzey Hazırlığı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1100" y="1981200"/>
            <a:ext cx="4743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Boyamaya başlamadan önce yüzeyi </a:t>
            </a:r>
            <a:r>
              <a:rPr lang="en-US" sz="120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iyice temizleyin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Toz, kir, yağ ve eski boya kalıntılarını temizleyin.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1100" y="2514600"/>
            <a:ext cx="704850" cy="228600"/>
          </a:xfrm>
          <a:custGeom>
            <a:avLst/>
            <a:gdLst/>
            <a:ahLst/>
            <a:cxnLst/>
            <a:rect l="l" t="t" r="r" b="b"/>
            <a:pathLst>
              <a:path w="704850" h="228600">
                <a:moveTo>
                  <a:pt x="0" y="0"/>
                </a:moveTo>
                <a:lnTo>
                  <a:pt x="704850" y="0"/>
                </a:lnTo>
                <a:lnTo>
                  <a:pt x="7048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2514600"/>
            <a:ext cx="7620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Sabunlu su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0662" y="2514600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0" y="0"/>
                </a:moveTo>
                <a:lnTo>
                  <a:pt x="561975" y="0"/>
                </a:lnTo>
                <a:lnTo>
                  <a:pt x="56197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960662" y="2514600"/>
            <a:ext cx="6191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Zımpara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02706" y="2514600"/>
            <a:ext cx="876300" cy="228600"/>
          </a:xfrm>
          <a:custGeom>
            <a:avLst/>
            <a:gdLst/>
            <a:ahLst/>
            <a:cxnLst/>
            <a:rect l="l" t="t" r="r" b="b"/>
            <a:pathLst>
              <a:path w="876300" h="228600">
                <a:moveTo>
                  <a:pt x="0" y="0"/>
                </a:moveTo>
                <a:lnTo>
                  <a:pt x="876300" y="0"/>
                </a:lnTo>
                <a:lnTo>
                  <a:pt x="8763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602706" y="2514600"/>
            <a:ext cx="933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Dolgu macunu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048000"/>
            <a:ext cx="5600700" cy="1409700"/>
          </a:xfrm>
          <a:custGeom>
            <a:avLst/>
            <a:gdLst/>
            <a:ahLst/>
            <a:cxnLst/>
            <a:rect l="l" t="t" r="r" b="b"/>
            <a:pathLst>
              <a:path w="5600700" h="1409700">
                <a:moveTo>
                  <a:pt x="0" y="0"/>
                </a:moveTo>
                <a:lnTo>
                  <a:pt x="5600700" y="0"/>
                </a:lnTo>
                <a:lnTo>
                  <a:pt x="56007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30480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3200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23875" y="3200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1100" y="32004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Astar Uygulaması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" y="3543300"/>
            <a:ext cx="4743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Astar, boyanın yüzeye </a:t>
            </a:r>
            <a:r>
              <a:rPr lang="en-US" sz="12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daha iyi yapışmasını sağlar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 boya sarfiyatını azaltır.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1100" y="4076700"/>
            <a:ext cx="876300" cy="228600"/>
          </a:xfrm>
          <a:custGeom>
            <a:avLst/>
            <a:gdLst/>
            <a:ahLst/>
            <a:cxnLst/>
            <a:rect l="l" t="t" r="r" b="b"/>
            <a:pathLst>
              <a:path w="876300" h="228600">
                <a:moveTo>
                  <a:pt x="0" y="0"/>
                </a:moveTo>
                <a:lnTo>
                  <a:pt x="876300" y="0"/>
                </a:lnTo>
                <a:lnTo>
                  <a:pt x="8763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4076700"/>
            <a:ext cx="933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Tek kat uygula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134493" y="4076700"/>
            <a:ext cx="1247775" cy="228600"/>
          </a:xfrm>
          <a:custGeom>
            <a:avLst/>
            <a:gdLst/>
            <a:ahLst/>
            <a:cxnLst/>
            <a:rect l="l" t="t" r="r" b="b"/>
            <a:pathLst>
              <a:path w="1247775" h="228600">
                <a:moveTo>
                  <a:pt x="0" y="0"/>
                </a:moveTo>
                <a:lnTo>
                  <a:pt x="1247775" y="0"/>
                </a:lnTo>
                <a:lnTo>
                  <a:pt x="124777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134493" y="4076700"/>
            <a:ext cx="13049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Tam kurumasını bekle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610100"/>
            <a:ext cx="5600700" cy="1409700"/>
          </a:xfrm>
          <a:custGeom>
            <a:avLst/>
            <a:gdLst/>
            <a:ahLst/>
            <a:cxnLst/>
            <a:rect l="l" t="t" r="r" b="b"/>
            <a:pathLst>
              <a:path w="5600700" h="1409700">
                <a:moveTo>
                  <a:pt x="0" y="0"/>
                </a:moveTo>
                <a:lnTo>
                  <a:pt x="5600700" y="0"/>
                </a:lnTo>
                <a:lnTo>
                  <a:pt x="56007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46101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71500" y="476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1" name="Text 29"/>
          <p:cNvSpPr/>
          <p:nvPr/>
        </p:nvSpPr>
        <p:spPr>
          <a:xfrm>
            <a:off x="523875" y="4762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1100" y="47625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Fırça ve Rulo Seçimi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1100" y="5105400"/>
            <a:ext cx="4743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Pürüzsüz yüzeyler için ince tüylü rulolar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dokulu yüzeyler için kalın rulolar tercih edin.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81100" y="5638800"/>
            <a:ext cx="733425" cy="228600"/>
          </a:xfrm>
          <a:custGeom>
            <a:avLst/>
            <a:gdLst/>
            <a:ahLst/>
            <a:cxnLst/>
            <a:rect l="l" t="t" r="r" b="b"/>
            <a:pathLst>
              <a:path w="733425" h="228600">
                <a:moveTo>
                  <a:pt x="0" y="0"/>
                </a:moveTo>
                <a:lnTo>
                  <a:pt x="733425" y="0"/>
                </a:lnTo>
                <a:lnTo>
                  <a:pt x="7334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181100" y="5638800"/>
            <a:ext cx="7905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Kaliteli fırça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994148" y="5638800"/>
            <a:ext cx="819150" cy="228600"/>
          </a:xfrm>
          <a:custGeom>
            <a:avLst/>
            <a:gdLst/>
            <a:ahLst/>
            <a:cxnLst/>
            <a:rect l="l" t="t" r="r" b="b"/>
            <a:pathLst>
              <a:path w="819150" h="228600">
                <a:moveTo>
                  <a:pt x="0" y="0"/>
                </a:moveTo>
                <a:lnTo>
                  <a:pt x="819150" y="0"/>
                </a:lnTo>
                <a:lnTo>
                  <a:pt x="8191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994148" y="5638800"/>
            <a:ext cx="876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Sentetik fırça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888605" y="5638800"/>
            <a:ext cx="723900" cy="228600"/>
          </a:xfrm>
          <a:custGeom>
            <a:avLst/>
            <a:gdLst/>
            <a:ahLst/>
            <a:cxnLst/>
            <a:rect l="l" t="t" r="r" b="b"/>
            <a:pathLst>
              <a:path w="723900" h="228600">
                <a:moveTo>
                  <a:pt x="0" y="0"/>
                </a:moveTo>
                <a:lnTo>
                  <a:pt x="723900" y="0"/>
                </a:lnTo>
                <a:lnTo>
                  <a:pt x="7239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888605" y="5638800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Rulo seçimi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300" y="14859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0" y="0"/>
                </a:moveTo>
                <a:lnTo>
                  <a:pt x="5600700" y="0"/>
                </a:lnTo>
                <a:lnTo>
                  <a:pt x="56007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10300" y="14859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8175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34125" y="1638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91350" y="16383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İnceltme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91350" y="198120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Boyayı </a:t>
            </a:r>
            <a:r>
              <a:rPr lang="en-US" sz="12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fazla inceltmeyin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Üreticinin önerdiği oranlara sadık kalın.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91350" y="2286000"/>
            <a:ext cx="4667250" cy="342900"/>
          </a:xfrm>
          <a:custGeom>
            <a:avLst/>
            <a:gdLst/>
            <a:ahLst/>
            <a:cxnLst/>
            <a:rect l="l" t="t" r="r" b="b"/>
            <a:pathLst>
              <a:path w="4667250" h="342900">
                <a:moveTo>
                  <a:pt x="0" y="0"/>
                </a:moveTo>
                <a:lnTo>
                  <a:pt x="4667250" y="0"/>
                </a:lnTo>
                <a:lnTo>
                  <a:pt x="46672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086600" y="2390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8" name="Text 46"/>
          <p:cNvSpPr/>
          <p:nvPr/>
        </p:nvSpPr>
        <p:spPr>
          <a:xfrm>
            <a:off x="7296150" y="2362200"/>
            <a:ext cx="435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Çok ince boya = düşük örtücülük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10300" y="2933700"/>
            <a:ext cx="5600700" cy="1409700"/>
          </a:xfrm>
          <a:custGeom>
            <a:avLst/>
            <a:gdLst/>
            <a:ahLst/>
            <a:cxnLst/>
            <a:rect l="l" t="t" r="r" b="b"/>
            <a:pathLst>
              <a:path w="5600700" h="1409700">
                <a:moveTo>
                  <a:pt x="0" y="0"/>
                </a:moveTo>
                <a:lnTo>
                  <a:pt x="5600700" y="0"/>
                </a:lnTo>
                <a:lnTo>
                  <a:pt x="56007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10300" y="29337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1" name="Shape 49"/>
          <p:cNvSpPr/>
          <p:nvPr/>
        </p:nvSpPr>
        <p:spPr>
          <a:xfrm>
            <a:off x="6381750" y="3086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2" name="Text 50"/>
          <p:cNvSpPr/>
          <p:nvPr/>
        </p:nvSpPr>
        <p:spPr>
          <a:xfrm>
            <a:off x="6334125" y="30861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91350" y="30861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Kat Uygulama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91350" y="3429000"/>
            <a:ext cx="4743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az </a:t>
            </a:r>
            <a:r>
              <a:rPr lang="en-US" sz="1200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iki kat boya uygulaması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gereklidir. İlk kat kuruduktan sonra ikinci katı uygulayın.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991350" y="3962400"/>
            <a:ext cx="1019175" cy="228600"/>
          </a:xfrm>
          <a:custGeom>
            <a:avLst/>
            <a:gdLst/>
            <a:ahLst/>
            <a:cxnLst/>
            <a:rect l="l" t="t" r="r" b="b"/>
            <a:pathLst>
              <a:path w="1019175" h="228600">
                <a:moveTo>
                  <a:pt x="0" y="0"/>
                </a:moveTo>
                <a:lnTo>
                  <a:pt x="1019175" y="0"/>
                </a:lnTo>
                <a:lnTo>
                  <a:pt x="101917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991350" y="3962400"/>
            <a:ext cx="10763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2-4 saat bekleme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87916" y="3962400"/>
            <a:ext cx="733425" cy="228600"/>
          </a:xfrm>
          <a:custGeom>
            <a:avLst/>
            <a:gdLst/>
            <a:ahLst/>
            <a:cxnLst/>
            <a:rect l="l" t="t" r="r" b="b"/>
            <a:pathLst>
              <a:path w="733425" h="228600">
                <a:moveTo>
                  <a:pt x="0" y="0"/>
                </a:moveTo>
                <a:lnTo>
                  <a:pt x="733425" y="0"/>
                </a:lnTo>
                <a:lnTo>
                  <a:pt x="7334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087916" y="3962400"/>
            <a:ext cx="7905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Eşit dağılım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10300" y="44958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0" y="0"/>
                </a:moveTo>
                <a:lnTo>
                  <a:pt x="5600700" y="0"/>
                </a:lnTo>
                <a:lnTo>
                  <a:pt x="56007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210300" y="44958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38175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334125" y="4648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991350" y="46482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Kuruma Süresi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991350" y="499110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Boyanın </a:t>
            </a:r>
            <a:r>
              <a:rPr lang="en-US" sz="12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tamamen kurumasını bekleyin 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Katlar arasında acele etmeyin.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991350" y="5295900"/>
            <a:ext cx="4667250" cy="342900"/>
          </a:xfrm>
          <a:custGeom>
            <a:avLst/>
            <a:gdLst/>
            <a:ahLst/>
            <a:cxnLst/>
            <a:rect l="l" t="t" r="r" b="b"/>
            <a:pathLst>
              <a:path w="4667250" h="342900">
                <a:moveTo>
                  <a:pt x="0" y="0"/>
                </a:moveTo>
                <a:lnTo>
                  <a:pt x="4667250" y="0"/>
                </a:lnTo>
                <a:lnTo>
                  <a:pt x="46672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086600" y="54006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7" name="Text 65"/>
          <p:cNvSpPr/>
          <p:nvPr/>
        </p:nvSpPr>
        <p:spPr>
          <a:xfrm>
            <a:off x="7296150" y="5372100"/>
            <a:ext cx="435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Oda sıcaklığı ve nem oranına bağlı olarak süre değişir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85763" y="6176963"/>
            <a:ext cx="11420475" cy="466725"/>
          </a:xfrm>
          <a:custGeom>
            <a:avLst/>
            <a:gdLst/>
            <a:ahLst/>
            <a:cxnLst/>
            <a:rect l="l" t="t" r="r" b="b"/>
            <a:pathLst>
              <a:path w="11420475" h="466725">
                <a:moveTo>
                  <a:pt x="0" y="0"/>
                </a:moveTo>
                <a:lnTo>
                  <a:pt x="11420475" y="0"/>
                </a:lnTo>
                <a:lnTo>
                  <a:pt x="11420475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1975" y="62960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70" name="Text 68"/>
          <p:cNvSpPr/>
          <p:nvPr/>
        </p:nvSpPr>
        <p:spPr>
          <a:xfrm>
            <a:off x="942975" y="6296025"/>
            <a:ext cx="972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Profesyonel İpucu: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Doğal ışıkta boyama yapın, tüm yüzeyi eşit şekilde aydınlatın. Düzensiz boyama izlerini fark etmek için gün ışığından faydalanın.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lirp.cdn-website.com/a4431ab3dadcf56f9188ffb5e8b34b519b2e1e5f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5000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4311" y="1428750"/>
            <a:ext cx="1771650" cy="533400"/>
          </a:xfrm>
          <a:custGeom>
            <a:avLst/>
            <a:gdLst/>
            <a:ahLst/>
            <a:cxnLst/>
            <a:rect l="l" t="t" r="r" b="b"/>
            <a:pathLst>
              <a:path w="1771650" h="533400">
                <a:moveTo>
                  <a:pt x="0" y="0"/>
                </a:moveTo>
                <a:lnTo>
                  <a:pt x="1771650" y="0"/>
                </a:lnTo>
                <a:lnTo>
                  <a:pt x="17716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575182" y="1524000"/>
            <a:ext cx="149737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BÖLÜM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90750"/>
            <a:ext cx="670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PROBLEMLER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 ÇÖZÜMLER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053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86350"/>
            <a:ext cx="639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Sık Karşılaşılan Boya Sorunları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028" y="337028"/>
            <a:ext cx="1786250" cy="269623"/>
          </a:xfrm>
          <a:custGeom>
            <a:avLst/>
            <a:gdLst/>
            <a:ahLst/>
            <a:cxnLst/>
            <a:rect l="l" t="t" r="r" b="b"/>
            <a:pathLst>
              <a:path w="1786250" h="269623">
                <a:moveTo>
                  <a:pt x="0" y="0"/>
                </a:moveTo>
                <a:lnTo>
                  <a:pt x="1786250" y="0"/>
                </a:lnTo>
                <a:lnTo>
                  <a:pt x="1786250" y="269623"/>
                </a:lnTo>
                <a:lnTo>
                  <a:pt x="0" y="269623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438137" y="396008"/>
            <a:ext cx="164156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PROBLEMLER VE ÇÖZÜMLER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7028" y="707760"/>
            <a:ext cx="11669606" cy="3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Problemleri ve Çözüm Önerileri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028" y="1145896"/>
            <a:ext cx="808868" cy="33703"/>
          </a:xfrm>
          <a:custGeom>
            <a:avLst/>
            <a:gdLst/>
            <a:ahLst/>
            <a:cxnLst/>
            <a:rect l="l" t="t" r="r" b="b"/>
            <a:pathLst>
              <a:path w="808868" h="33703">
                <a:moveTo>
                  <a:pt x="0" y="0"/>
                </a:moveTo>
                <a:lnTo>
                  <a:pt x="808868" y="0"/>
                </a:lnTo>
                <a:lnTo>
                  <a:pt x="808868" y="33703"/>
                </a:lnTo>
                <a:lnTo>
                  <a:pt x="0" y="33703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341241" y="1318623"/>
            <a:ext cx="3741015" cy="2266516"/>
          </a:xfrm>
          <a:custGeom>
            <a:avLst/>
            <a:gdLst/>
            <a:ahLst/>
            <a:cxnLst/>
            <a:rect l="l" t="t" r="r" b="b"/>
            <a:pathLst>
              <a:path w="3741015" h="2266516">
                <a:moveTo>
                  <a:pt x="0" y="0"/>
                </a:moveTo>
                <a:lnTo>
                  <a:pt x="3741015" y="0"/>
                </a:lnTo>
                <a:lnTo>
                  <a:pt x="3741015" y="2266516"/>
                </a:lnTo>
                <a:lnTo>
                  <a:pt x="0" y="2266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265" y="1457648"/>
            <a:ext cx="337028" cy="337028"/>
          </a:xfrm>
          <a:custGeom>
            <a:avLst/>
            <a:gdLst/>
            <a:ahLst/>
            <a:cxnLst/>
            <a:rect l="l" t="t" r="r" b="b"/>
            <a:pathLst>
              <a:path w="337028" h="337028">
                <a:moveTo>
                  <a:pt x="0" y="0"/>
                </a:moveTo>
                <a:lnTo>
                  <a:pt x="337028" y="0"/>
                </a:lnTo>
                <a:lnTo>
                  <a:pt x="337028" y="337028"/>
                </a:lnTo>
                <a:lnTo>
                  <a:pt x="0" y="33702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5055" y="1550330"/>
            <a:ext cx="151663" cy="151663"/>
          </a:xfrm>
          <a:custGeom>
            <a:avLst/>
            <a:gdLst/>
            <a:ahLst/>
            <a:cxnLst/>
            <a:rect l="l" t="t" r="r" b="b"/>
            <a:pathLst>
              <a:path w="151663" h="151663">
                <a:moveTo>
                  <a:pt x="75831" y="0"/>
                </a:moveTo>
                <a:cubicBezTo>
                  <a:pt x="80186" y="0"/>
                  <a:pt x="84185" y="2399"/>
                  <a:pt x="86258" y="6221"/>
                </a:cubicBezTo>
                <a:lnTo>
                  <a:pt x="150241" y="124707"/>
                </a:lnTo>
                <a:cubicBezTo>
                  <a:pt x="152226" y="128380"/>
                  <a:pt x="152137" y="132823"/>
                  <a:pt x="150004" y="136408"/>
                </a:cubicBezTo>
                <a:cubicBezTo>
                  <a:pt x="147871" y="139992"/>
                  <a:pt x="143991" y="142184"/>
                  <a:pt x="139814" y="142184"/>
                </a:cubicBezTo>
                <a:lnTo>
                  <a:pt x="11849" y="142184"/>
                </a:lnTo>
                <a:cubicBezTo>
                  <a:pt x="7672" y="142184"/>
                  <a:pt x="3821" y="139992"/>
                  <a:pt x="1659" y="136408"/>
                </a:cubicBezTo>
                <a:cubicBezTo>
                  <a:pt x="-504" y="132823"/>
                  <a:pt x="-563" y="128380"/>
                  <a:pt x="1422" y="124707"/>
                </a:cubicBezTo>
                <a:lnTo>
                  <a:pt x="65405" y="6221"/>
                </a:lnTo>
                <a:cubicBezTo>
                  <a:pt x="67478" y="2399"/>
                  <a:pt x="71477" y="0"/>
                  <a:pt x="75831" y="0"/>
                </a:cubicBezTo>
                <a:close/>
                <a:moveTo>
                  <a:pt x="75831" y="49764"/>
                </a:moveTo>
                <a:cubicBezTo>
                  <a:pt x="71892" y="49764"/>
                  <a:pt x="68722" y="52934"/>
                  <a:pt x="68722" y="56874"/>
                </a:cubicBezTo>
                <a:lnTo>
                  <a:pt x="68722" y="90050"/>
                </a:lnTo>
                <a:cubicBezTo>
                  <a:pt x="68722" y="93989"/>
                  <a:pt x="71892" y="97159"/>
                  <a:pt x="75831" y="97159"/>
                </a:cubicBezTo>
                <a:cubicBezTo>
                  <a:pt x="79771" y="97159"/>
                  <a:pt x="82941" y="93989"/>
                  <a:pt x="82941" y="90050"/>
                </a:cubicBezTo>
                <a:lnTo>
                  <a:pt x="82941" y="56874"/>
                </a:lnTo>
                <a:cubicBezTo>
                  <a:pt x="82941" y="52934"/>
                  <a:pt x="79771" y="49764"/>
                  <a:pt x="75831" y="49764"/>
                </a:cubicBezTo>
                <a:close/>
                <a:moveTo>
                  <a:pt x="83740" y="113747"/>
                </a:moveTo>
                <a:cubicBezTo>
                  <a:pt x="83920" y="110811"/>
                  <a:pt x="82456" y="108018"/>
                  <a:pt x="79940" y="106496"/>
                </a:cubicBezTo>
                <a:cubicBezTo>
                  <a:pt x="77423" y="104974"/>
                  <a:pt x="74269" y="104974"/>
                  <a:pt x="71753" y="106496"/>
                </a:cubicBezTo>
                <a:cubicBezTo>
                  <a:pt x="69236" y="108018"/>
                  <a:pt x="67772" y="110811"/>
                  <a:pt x="67952" y="113747"/>
                </a:cubicBezTo>
                <a:cubicBezTo>
                  <a:pt x="67772" y="116683"/>
                  <a:pt x="69236" y="119476"/>
                  <a:pt x="71753" y="120998"/>
                </a:cubicBezTo>
                <a:cubicBezTo>
                  <a:pt x="74269" y="122520"/>
                  <a:pt x="77423" y="122520"/>
                  <a:pt x="79940" y="120998"/>
                </a:cubicBezTo>
                <a:cubicBezTo>
                  <a:pt x="82456" y="119476"/>
                  <a:pt x="83920" y="116683"/>
                  <a:pt x="83740" y="113747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9" name="Text 7"/>
          <p:cNvSpPr/>
          <p:nvPr/>
        </p:nvSpPr>
        <p:spPr>
          <a:xfrm>
            <a:off x="918402" y="1508202"/>
            <a:ext cx="792017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KABARMA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265" y="1895784"/>
            <a:ext cx="3530372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Boyanın üzerinde </a:t>
            </a:r>
            <a:r>
              <a:rPr lang="en-US" sz="1062" dirty="0">
                <a:solidFill>
                  <a:srgbClr val="FF6B6B"/>
                </a:solidFill>
                <a:highlight>
                  <a:srgbClr val="FB2C36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kubbe şeklinde kabarcıklar </a:t>
            </a: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oluşması.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265" y="2232813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1374" y="2333921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Nedenler: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374" y="2536138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Isı/nem, solvent hapis kalması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265" y="2873167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81374" y="2974275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Çözüm: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1374" y="3176492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Kabaran yüzeyleri kazıyın, yeniden boyayın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25756" y="1318623"/>
            <a:ext cx="3741015" cy="2266516"/>
          </a:xfrm>
          <a:custGeom>
            <a:avLst/>
            <a:gdLst/>
            <a:ahLst/>
            <a:cxnLst/>
            <a:rect l="l" t="t" r="r" b="b"/>
            <a:pathLst>
              <a:path w="3741015" h="2266516">
                <a:moveTo>
                  <a:pt x="0" y="0"/>
                </a:moveTo>
                <a:lnTo>
                  <a:pt x="3741015" y="0"/>
                </a:lnTo>
                <a:lnTo>
                  <a:pt x="3741015" y="2266516"/>
                </a:lnTo>
                <a:lnTo>
                  <a:pt x="0" y="2266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64780" y="1457648"/>
            <a:ext cx="337028" cy="337028"/>
          </a:xfrm>
          <a:custGeom>
            <a:avLst/>
            <a:gdLst/>
            <a:ahLst/>
            <a:cxnLst/>
            <a:rect l="l" t="t" r="r" b="b"/>
            <a:pathLst>
              <a:path w="337028" h="337028">
                <a:moveTo>
                  <a:pt x="0" y="0"/>
                </a:moveTo>
                <a:lnTo>
                  <a:pt x="337028" y="0"/>
                </a:lnTo>
                <a:lnTo>
                  <a:pt x="337028" y="337028"/>
                </a:lnTo>
                <a:lnTo>
                  <a:pt x="0" y="33702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59569" y="1550330"/>
            <a:ext cx="151663" cy="151663"/>
          </a:xfrm>
          <a:custGeom>
            <a:avLst/>
            <a:gdLst/>
            <a:ahLst/>
            <a:cxnLst/>
            <a:rect l="l" t="t" r="r" b="b"/>
            <a:pathLst>
              <a:path w="151663" h="151663">
                <a:moveTo>
                  <a:pt x="75831" y="0"/>
                </a:moveTo>
                <a:cubicBezTo>
                  <a:pt x="80186" y="0"/>
                  <a:pt x="84185" y="2399"/>
                  <a:pt x="86258" y="6221"/>
                </a:cubicBezTo>
                <a:lnTo>
                  <a:pt x="150241" y="124707"/>
                </a:lnTo>
                <a:cubicBezTo>
                  <a:pt x="152226" y="128380"/>
                  <a:pt x="152137" y="132823"/>
                  <a:pt x="150004" y="136408"/>
                </a:cubicBezTo>
                <a:cubicBezTo>
                  <a:pt x="147871" y="139992"/>
                  <a:pt x="143991" y="142184"/>
                  <a:pt x="139814" y="142184"/>
                </a:cubicBezTo>
                <a:lnTo>
                  <a:pt x="11849" y="142184"/>
                </a:lnTo>
                <a:cubicBezTo>
                  <a:pt x="7672" y="142184"/>
                  <a:pt x="3821" y="139992"/>
                  <a:pt x="1659" y="136408"/>
                </a:cubicBezTo>
                <a:cubicBezTo>
                  <a:pt x="-504" y="132823"/>
                  <a:pt x="-563" y="128380"/>
                  <a:pt x="1422" y="124707"/>
                </a:cubicBezTo>
                <a:lnTo>
                  <a:pt x="65405" y="6221"/>
                </a:lnTo>
                <a:cubicBezTo>
                  <a:pt x="67478" y="2399"/>
                  <a:pt x="71477" y="0"/>
                  <a:pt x="75831" y="0"/>
                </a:cubicBezTo>
                <a:close/>
                <a:moveTo>
                  <a:pt x="75831" y="49764"/>
                </a:moveTo>
                <a:cubicBezTo>
                  <a:pt x="71892" y="49764"/>
                  <a:pt x="68722" y="52934"/>
                  <a:pt x="68722" y="56874"/>
                </a:cubicBezTo>
                <a:lnTo>
                  <a:pt x="68722" y="90050"/>
                </a:lnTo>
                <a:cubicBezTo>
                  <a:pt x="68722" y="93989"/>
                  <a:pt x="71892" y="97159"/>
                  <a:pt x="75831" y="97159"/>
                </a:cubicBezTo>
                <a:cubicBezTo>
                  <a:pt x="79771" y="97159"/>
                  <a:pt x="82941" y="93989"/>
                  <a:pt x="82941" y="90050"/>
                </a:cubicBezTo>
                <a:lnTo>
                  <a:pt x="82941" y="56874"/>
                </a:lnTo>
                <a:cubicBezTo>
                  <a:pt x="82941" y="52934"/>
                  <a:pt x="79771" y="49764"/>
                  <a:pt x="75831" y="49764"/>
                </a:cubicBezTo>
                <a:close/>
                <a:moveTo>
                  <a:pt x="83740" y="113747"/>
                </a:moveTo>
                <a:cubicBezTo>
                  <a:pt x="83920" y="110811"/>
                  <a:pt x="82456" y="108018"/>
                  <a:pt x="79940" y="106496"/>
                </a:cubicBezTo>
                <a:cubicBezTo>
                  <a:pt x="77423" y="104974"/>
                  <a:pt x="74269" y="104974"/>
                  <a:pt x="71753" y="106496"/>
                </a:cubicBezTo>
                <a:cubicBezTo>
                  <a:pt x="69236" y="108018"/>
                  <a:pt x="67772" y="110811"/>
                  <a:pt x="67952" y="113747"/>
                </a:cubicBezTo>
                <a:cubicBezTo>
                  <a:pt x="67772" y="116683"/>
                  <a:pt x="69236" y="119476"/>
                  <a:pt x="71753" y="120998"/>
                </a:cubicBezTo>
                <a:cubicBezTo>
                  <a:pt x="74269" y="122520"/>
                  <a:pt x="77423" y="122520"/>
                  <a:pt x="79940" y="120998"/>
                </a:cubicBezTo>
                <a:cubicBezTo>
                  <a:pt x="82456" y="119476"/>
                  <a:pt x="83920" y="116683"/>
                  <a:pt x="83740" y="113747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0" name="Text 18"/>
          <p:cNvSpPr/>
          <p:nvPr/>
        </p:nvSpPr>
        <p:spPr>
          <a:xfrm>
            <a:off x="4802917" y="1508202"/>
            <a:ext cx="800442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SOYULMA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64780" y="1895784"/>
            <a:ext cx="3530372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Boyanın </a:t>
            </a:r>
            <a:r>
              <a:rPr lang="en-US" sz="1062" dirty="0">
                <a:solidFill>
                  <a:srgbClr val="FF6B6B"/>
                </a:solidFill>
                <a:highlight>
                  <a:srgbClr val="FB2C36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şeritler halinde yüzeyden ayrılması </a:t>
            </a: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64780" y="2232813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465889" y="2333921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Nedenler: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65889" y="2536138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Aderans kaybı, aşırı nem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64780" y="2873167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465889" y="2974275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Çözüm: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65889" y="3176492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Soyulan kısımları temizleyin, nemden arındırın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10271" y="1318623"/>
            <a:ext cx="3741015" cy="2266516"/>
          </a:xfrm>
          <a:custGeom>
            <a:avLst/>
            <a:gdLst/>
            <a:ahLst/>
            <a:cxnLst/>
            <a:rect l="l" t="t" r="r" b="b"/>
            <a:pathLst>
              <a:path w="3741015" h="2266516">
                <a:moveTo>
                  <a:pt x="0" y="0"/>
                </a:moveTo>
                <a:lnTo>
                  <a:pt x="3741015" y="0"/>
                </a:lnTo>
                <a:lnTo>
                  <a:pt x="3741015" y="2266516"/>
                </a:lnTo>
                <a:lnTo>
                  <a:pt x="0" y="2266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49295" y="1457648"/>
            <a:ext cx="337028" cy="337028"/>
          </a:xfrm>
          <a:custGeom>
            <a:avLst/>
            <a:gdLst/>
            <a:ahLst/>
            <a:cxnLst/>
            <a:rect l="l" t="t" r="r" b="b"/>
            <a:pathLst>
              <a:path w="337028" h="337028">
                <a:moveTo>
                  <a:pt x="0" y="0"/>
                </a:moveTo>
                <a:lnTo>
                  <a:pt x="337028" y="0"/>
                </a:lnTo>
                <a:lnTo>
                  <a:pt x="337028" y="337028"/>
                </a:lnTo>
                <a:lnTo>
                  <a:pt x="0" y="33702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44084" y="1550330"/>
            <a:ext cx="151663" cy="151663"/>
          </a:xfrm>
          <a:custGeom>
            <a:avLst/>
            <a:gdLst/>
            <a:ahLst/>
            <a:cxnLst/>
            <a:rect l="l" t="t" r="r" b="b"/>
            <a:pathLst>
              <a:path w="151663" h="151663">
                <a:moveTo>
                  <a:pt x="75831" y="0"/>
                </a:moveTo>
                <a:cubicBezTo>
                  <a:pt x="80186" y="0"/>
                  <a:pt x="84185" y="2399"/>
                  <a:pt x="86258" y="6221"/>
                </a:cubicBezTo>
                <a:lnTo>
                  <a:pt x="150241" y="124707"/>
                </a:lnTo>
                <a:cubicBezTo>
                  <a:pt x="152226" y="128380"/>
                  <a:pt x="152137" y="132823"/>
                  <a:pt x="150004" y="136408"/>
                </a:cubicBezTo>
                <a:cubicBezTo>
                  <a:pt x="147871" y="139992"/>
                  <a:pt x="143991" y="142184"/>
                  <a:pt x="139814" y="142184"/>
                </a:cubicBezTo>
                <a:lnTo>
                  <a:pt x="11849" y="142184"/>
                </a:lnTo>
                <a:cubicBezTo>
                  <a:pt x="7672" y="142184"/>
                  <a:pt x="3821" y="139992"/>
                  <a:pt x="1659" y="136408"/>
                </a:cubicBezTo>
                <a:cubicBezTo>
                  <a:pt x="-504" y="132823"/>
                  <a:pt x="-563" y="128380"/>
                  <a:pt x="1422" y="124707"/>
                </a:cubicBezTo>
                <a:lnTo>
                  <a:pt x="65405" y="6221"/>
                </a:lnTo>
                <a:cubicBezTo>
                  <a:pt x="67478" y="2399"/>
                  <a:pt x="71477" y="0"/>
                  <a:pt x="75831" y="0"/>
                </a:cubicBezTo>
                <a:close/>
                <a:moveTo>
                  <a:pt x="75831" y="49764"/>
                </a:moveTo>
                <a:cubicBezTo>
                  <a:pt x="71892" y="49764"/>
                  <a:pt x="68722" y="52934"/>
                  <a:pt x="68722" y="56874"/>
                </a:cubicBezTo>
                <a:lnTo>
                  <a:pt x="68722" y="90050"/>
                </a:lnTo>
                <a:cubicBezTo>
                  <a:pt x="68722" y="93989"/>
                  <a:pt x="71892" y="97159"/>
                  <a:pt x="75831" y="97159"/>
                </a:cubicBezTo>
                <a:cubicBezTo>
                  <a:pt x="79771" y="97159"/>
                  <a:pt x="82941" y="93989"/>
                  <a:pt x="82941" y="90050"/>
                </a:cubicBezTo>
                <a:lnTo>
                  <a:pt x="82941" y="56874"/>
                </a:lnTo>
                <a:cubicBezTo>
                  <a:pt x="82941" y="52934"/>
                  <a:pt x="79771" y="49764"/>
                  <a:pt x="75831" y="49764"/>
                </a:cubicBezTo>
                <a:close/>
                <a:moveTo>
                  <a:pt x="83740" y="113747"/>
                </a:moveTo>
                <a:cubicBezTo>
                  <a:pt x="83920" y="110811"/>
                  <a:pt x="82456" y="108018"/>
                  <a:pt x="79940" y="106496"/>
                </a:cubicBezTo>
                <a:cubicBezTo>
                  <a:pt x="77423" y="104974"/>
                  <a:pt x="74269" y="104974"/>
                  <a:pt x="71753" y="106496"/>
                </a:cubicBezTo>
                <a:cubicBezTo>
                  <a:pt x="69236" y="108018"/>
                  <a:pt x="67772" y="110811"/>
                  <a:pt x="67952" y="113747"/>
                </a:cubicBezTo>
                <a:cubicBezTo>
                  <a:pt x="67772" y="116683"/>
                  <a:pt x="69236" y="119476"/>
                  <a:pt x="71753" y="120998"/>
                </a:cubicBezTo>
                <a:cubicBezTo>
                  <a:pt x="74269" y="122520"/>
                  <a:pt x="77423" y="122520"/>
                  <a:pt x="79940" y="120998"/>
                </a:cubicBezTo>
                <a:cubicBezTo>
                  <a:pt x="82456" y="119476"/>
                  <a:pt x="83920" y="116683"/>
                  <a:pt x="83740" y="113747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1" name="Text 29"/>
          <p:cNvSpPr/>
          <p:nvPr/>
        </p:nvSpPr>
        <p:spPr>
          <a:xfrm>
            <a:off x="8687432" y="1508202"/>
            <a:ext cx="117959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TEBEŞİRLENME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49295" y="1895784"/>
            <a:ext cx="3530372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filmi üzerinde </a:t>
            </a:r>
            <a:r>
              <a:rPr lang="en-US" sz="1062" dirty="0">
                <a:solidFill>
                  <a:srgbClr val="FF6B6B"/>
                </a:solidFill>
                <a:highlight>
                  <a:srgbClr val="FB2C36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kolay ufalanabilir toz </a:t>
            </a: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oluşumu.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49295" y="2232813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350404" y="2333921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Nedenler: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50404" y="2536138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Bağlayıcı bozulması, hava koşulları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49295" y="2873167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350404" y="2974275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Çözüm: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50404" y="3176492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Yüzeyi yıkayın, tam temizlik sonrası boyayın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1241" y="3728376"/>
            <a:ext cx="3741015" cy="2266516"/>
          </a:xfrm>
          <a:custGeom>
            <a:avLst/>
            <a:gdLst/>
            <a:ahLst/>
            <a:cxnLst/>
            <a:rect l="l" t="t" r="r" b="b"/>
            <a:pathLst>
              <a:path w="3741015" h="2266516">
                <a:moveTo>
                  <a:pt x="0" y="0"/>
                </a:moveTo>
                <a:lnTo>
                  <a:pt x="3741015" y="0"/>
                </a:lnTo>
                <a:lnTo>
                  <a:pt x="3741015" y="2266516"/>
                </a:lnTo>
                <a:lnTo>
                  <a:pt x="0" y="2266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265" y="3867400"/>
            <a:ext cx="337028" cy="337028"/>
          </a:xfrm>
          <a:custGeom>
            <a:avLst/>
            <a:gdLst/>
            <a:ahLst/>
            <a:cxnLst/>
            <a:rect l="l" t="t" r="r" b="b"/>
            <a:pathLst>
              <a:path w="337028" h="337028">
                <a:moveTo>
                  <a:pt x="0" y="0"/>
                </a:moveTo>
                <a:lnTo>
                  <a:pt x="337028" y="0"/>
                </a:lnTo>
                <a:lnTo>
                  <a:pt x="337028" y="337028"/>
                </a:lnTo>
                <a:lnTo>
                  <a:pt x="0" y="33702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5055" y="3960083"/>
            <a:ext cx="151663" cy="151663"/>
          </a:xfrm>
          <a:custGeom>
            <a:avLst/>
            <a:gdLst/>
            <a:ahLst/>
            <a:cxnLst/>
            <a:rect l="l" t="t" r="r" b="b"/>
            <a:pathLst>
              <a:path w="151663" h="151663">
                <a:moveTo>
                  <a:pt x="75831" y="0"/>
                </a:moveTo>
                <a:cubicBezTo>
                  <a:pt x="80186" y="0"/>
                  <a:pt x="84185" y="2399"/>
                  <a:pt x="86258" y="6221"/>
                </a:cubicBezTo>
                <a:lnTo>
                  <a:pt x="150241" y="124707"/>
                </a:lnTo>
                <a:cubicBezTo>
                  <a:pt x="152226" y="128380"/>
                  <a:pt x="152137" y="132823"/>
                  <a:pt x="150004" y="136408"/>
                </a:cubicBezTo>
                <a:cubicBezTo>
                  <a:pt x="147871" y="139992"/>
                  <a:pt x="143991" y="142184"/>
                  <a:pt x="139814" y="142184"/>
                </a:cubicBezTo>
                <a:lnTo>
                  <a:pt x="11849" y="142184"/>
                </a:lnTo>
                <a:cubicBezTo>
                  <a:pt x="7672" y="142184"/>
                  <a:pt x="3821" y="139992"/>
                  <a:pt x="1659" y="136408"/>
                </a:cubicBezTo>
                <a:cubicBezTo>
                  <a:pt x="-504" y="132823"/>
                  <a:pt x="-563" y="128380"/>
                  <a:pt x="1422" y="124707"/>
                </a:cubicBezTo>
                <a:lnTo>
                  <a:pt x="65405" y="6221"/>
                </a:lnTo>
                <a:cubicBezTo>
                  <a:pt x="67478" y="2399"/>
                  <a:pt x="71477" y="0"/>
                  <a:pt x="75831" y="0"/>
                </a:cubicBezTo>
                <a:close/>
                <a:moveTo>
                  <a:pt x="75831" y="49764"/>
                </a:moveTo>
                <a:cubicBezTo>
                  <a:pt x="71892" y="49764"/>
                  <a:pt x="68722" y="52934"/>
                  <a:pt x="68722" y="56874"/>
                </a:cubicBezTo>
                <a:lnTo>
                  <a:pt x="68722" y="90050"/>
                </a:lnTo>
                <a:cubicBezTo>
                  <a:pt x="68722" y="93989"/>
                  <a:pt x="71892" y="97159"/>
                  <a:pt x="75831" y="97159"/>
                </a:cubicBezTo>
                <a:cubicBezTo>
                  <a:pt x="79771" y="97159"/>
                  <a:pt x="82941" y="93989"/>
                  <a:pt x="82941" y="90050"/>
                </a:cubicBezTo>
                <a:lnTo>
                  <a:pt x="82941" y="56874"/>
                </a:lnTo>
                <a:cubicBezTo>
                  <a:pt x="82941" y="52934"/>
                  <a:pt x="79771" y="49764"/>
                  <a:pt x="75831" y="49764"/>
                </a:cubicBezTo>
                <a:close/>
                <a:moveTo>
                  <a:pt x="83740" y="113747"/>
                </a:moveTo>
                <a:cubicBezTo>
                  <a:pt x="83920" y="110811"/>
                  <a:pt x="82456" y="108018"/>
                  <a:pt x="79940" y="106496"/>
                </a:cubicBezTo>
                <a:cubicBezTo>
                  <a:pt x="77423" y="104974"/>
                  <a:pt x="74269" y="104974"/>
                  <a:pt x="71753" y="106496"/>
                </a:cubicBezTo>
                <a:cubicBezTo>
                  <a:pt x="69236" y="108018"/>
                  <a:pt x="67772" y="110811"/>
                  <a:pt x="67952" y="113747"/>
                </a:cubicBezTo>
                <a:cubicBezTo>
                  <a:pt x="67772" y="116683"/>
                  <a:pt x="69236" y="119476"/>
                  <a:pt x="71753" y="120998"/>
                </a:cubicBezTo>
                <a:cubicBezTo>
                  <a:pt x="74269" y="122520"/>
                  <a:pt x="77423" y="122520"/>
                  <a:pt x="79940" y="120998"/>
                </a:cubicBezTo>
                <a:cubicBezTo>
                  <a:pt x="82456" y="119476"/>
                  <a:pt x="83920" y="116683"/>
                  <a:pt x="83740" y="113747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2" name="Text 40"/>
          <p:cNvSpPr/>
          <p:nvPr/>
        </p:nvSpPr>
        <p:spPr>
          <a:xfrm>
            <a:off x="918402" y="3917954"/>
            <a:ext cx="598225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SOLMA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0265" y="4305537"/>
            <a:ext cx="3530372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Işık/sıcaklığa maruz kalan boyanın </a:t>
            </a:r>
            <a:r>
              <a:rPr lang="en-US" sz="1062" dirty="0">
                <a:solidFill>
                  <a:srgbClr val="FF6B6B"/>
                </a:solidFill>
                <a:highlight>
                  <a:srgbClr val="FB2C36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renginin açılması </a:t>
            </a: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80265" y="4642565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81374" y="4743674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Nedenler: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81374" y="4945891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Direkt güneş ışığı, düşük kalite boya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80265" y="5282919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81374" y="5384028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Çözüm: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81374" y="5586245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UV dayanımlı boyalar tercih edin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225756" y="3728376"/>
            <a:ext cx="3741015" cy="2266516"/>
          </a:xfrm>
          <a:custGeom>
            <a:avLst/>
            <a:gdLst/>
            <a:ahLst/>
            <a:cxnLst/>
            <a:rect l="l" t="t" r="r" b="b"/>
            <a:pathLst>
              <a:path w="3741015" h="2266516">
                <a:moveTo>
                  <a:pt x="0" y="0"/>
                </a:moveTo>
                <a:lnTo>
                  <a:pt x="3741015" y="0"/>
                </a:lnTo>
                <a:lnTo>
                  <a:pt x="3741015" y="2266516"/>
                </a:lnTo>
                <a:lnTo>
                  <a:pt x="0" y="2266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64780" y="3867400"/>
            <a:ext cx="337028" cy="337028"/>
          </a:xfrm>
          <a:custGeom>
            <a:avLst/>
            <a:gdLst/>
            <a:ahLst/>
            <a:cxnLst/>
            <a:rect l="l" t="t" r="r" b="b"/>
            <a:pathLst>
              <a:path w="337028" h="337028">
                <a:moveTo>
                  <a:pt x="0" y="0"/>
                </a:moveTo>
                <a:lnTo>
                  <a:pt x="337028" y="0"/>
                </a:lnTo>
                <a:lnTo>
                  <a:pt x="337028" y="337028"/>
                </a:lnTo>
                <a:lnTo>
                  <a:pt x="0" y="33702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459569" y="3960083"/>
            <a:ext cx="151663" cy="151663"/>
          </a:xfrm>
          <a:custGeom>
            <a:avLst/>
            <a:gdLst/>
            <a:ahLst/>
            <a:cxnLst/>
            <a:rect l="l" t="t" r="r" b="b"/>
            <a:pathLst>
              <a:path w="151663" h="151663">
                <a:moveTo>
                  <a:pt x="75831" y="0"/>
                </a:moveTo>
                <a:cubicBezTo>
                  <a:pt x="80186" y="0"/>
                  <a:pt x="84185" y="2399"/>
                  <a:pt x="86258" y="6221"/>
                </a:cubicBezTo>
                <a:lnTo>
                  <a:pt x="150241" y="124707"/>
                </a:lnTo>
                <a:cubicBezTo>
                  <a:pt x="152226" y="128380"/>
                  <a:pt x="152137" y="132823"/>
                  <a:pt x="150004" y="136408"/>
                </a:cubicBezTo>
                <a:cubicBezTo>
                  <a:pt x="147871" y="139992"/>
                  <a:pt x="143991" y="142184"/>
                  <a:pt x="139814" y="142184"/>
                </a:cubicBezTo>
                <a:lnTo>
                  <a:pt x="11849" y="142184"/>
                </a:lnTo>
                <a:cubicBezTo>
                  <a:pt x="7672" y="142184"/>
                  <a:pt x="3821" y="139992"/>
                  <a:pt x="1659" y="136408"/>
                </a:cubicBezTo>
                <a:cubicBezTo>
                  <a:pt x="-504" y="132823"/>
                  <a:pt x="-563" y="128380"/>
                  <a:pt x="1422" y="124707"/>
                </a:cubicBezTo>
                <a:lnTo>
                  <a:pt x="65405" y="6221"/>
                </a:lnTo>
                <a:cubicBezTo>
                  <a:pt x="67478" y="2399"/>
                  <a:pt x="71477" y="0"/>
                  <a:pt x="75831" y="0"/>
                </a:cubicBezTo>
                <a:close/>
                <a:moveTo>
                  <a:pt x="75831" y="49764"/>
                </a:moveTo>
                <a:cubicBezTo>
                  <a:pt x="71892" y="49764"/>
                  <a:pt x="68722" y="52934"/>
                  <a:pt x="68722" y="56874"/>
                </a:cubicBezTo>
                <a:lnTo>
                  <a:pt x="68722" y="90050"/>
                </a:lnTo>
                <a:cubicBezTo>
                  <a:pt x="68722" y="93989"/>
                  <a:pt x="71892" y="97159"/>
                  <a:pt x="75831" y="97159"/>
                </a:cubicBezTo>
                <a:cubicBezTo>
                  <a:pt x="79771" y="97159"/>
                  <a:pt x="82941" y="93989"/>
                  <a:pt x="82941" y="90050"/>
                </a:cubicBezTo>
                <a:lnTo>
                  <a:pt x="82941" y="56874"/>
                </a:lnTo>
                <a:cubicBezTo>
                  <a:pt x="82941" y="52934"/>
                  <a:pt x="79771" y="49764"/>
                  <a:pt x="75831" y="49764"/>
                </a:cubicBezTo>
                <a:close/>
                <a:moveTo>
                  <a:pt x="83740" y="113747"/>
                </a:moveTo>
                <a:cubicBezTo>
                  <a:pt x="83920" y="110811"/>
                  <a:pt x="82456" y="108018"/>
                  <a:pt x="79940" y="106496"/>
                </a:cubicBezTo>
                <a:cubicBezTo>
                  <a:pt x="77423" y="104974"/>
                  <a:pt x="74269" y="104974"/>
                  <a:pt x="71753" y="106496"/>
                </a:cubicBezTo>
                <a:cubicBezTo>
                  <a:pt x="69236" y="108018"/>
                  <a:pt x="67772" y="110811"/>
                  <a:pt x="67952" y="113747"/>
                </a:cubicBezTo>
                <a:cubicBezTo>
                  <a:pt x="67772" y="116683"/>
                  <a:pt x="69236" y="119476"/>
                  <a:pt x="71753" y="120998"/>
                </a:cubicBezTo>
                <a:cubicBezTo>
                  <a:pt x="74269" y="122520"/>
                  <a:pt x="77423" y="122520"/>
                  <a:pt x="79940" y="120998"/>
                </a:cubicBezTo>
                <a:cubicBezTo>
                  <a:pt x="82456" y="119476"/>
                  <a:pt x="83920" y="116683"/>
                  <a:pt x="83740" y="113747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3" name="Text 51"/>
          <p:cNvSpPr/>
          <p:nvPr/>
        </p:nvSpPr>
        <p:spPr>
          <a:xfrm>
            <a:off x="4802917" y="3917954"/>
            <a:ext cx="1482925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PORTAKAL KABUĞU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364780" y="4305537"/>
            <a:ext cx="3530372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Yayılmanın iyi olmamasından </a:t>
            </a:r>
            <a:r>
              <a:rPr lang="en-US" sz="1062" dirty="0">
                <a:solidFill>
                  <a:srgbClr val="FF6B6B"/>
                </a:solidFill>
                <a:highlight>
                  <a:srgbClr val="FB2C36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portakal kabuğu görünümü </a:t>
            </a: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364780" y="4642565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465889" y="4743674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Nedenler: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465889" y="4945891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Çok inceltme, tam kurumadan kat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364780" y="5282919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465889" y="5384028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Çözüm: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465889" y="5586245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Zımparalayın, yeterli kuruma süresi bekleyin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110271" y="3728376"/>
            <a:ext cx="3741015" cy="2266516"/>
          </a:xfrm>
          <a:custGeom>
            <a:avLst/>
            <a:gdLst/>
            <a:ahLst/>
            <a:cxnLst/>
            <a:rect l="l" t="t" r="r" b="b"/>
            <a:pathLst>
              <a:path w="3741015" h="2266516">
                <a:moveTo>
                  <a:pt x="0" y="0"/>
                </a:moveTo>
                <a:lnTo>
                  <a:pt x="3741015" y="0"/>
                </a:lnTo>
                <a:lnTo>
                  <a:pt x="3741015" y="2266516"/>
                </a:lnTo>
                <a:lnTo>
                  <a:pt x="0" y="2266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49295" y="3867400"/>
            <a:ext cx="337028" cy="337028"/>
          </a:xfrm>
          <a:custGeom>
            <a:avLst/>
            <a:gdLst/>
            <a:ahLst/>
            <a:cxnLst/>
            <a:rect l="l" t="t" r="r" b="b"/>
            <a:pathLst>
              <a:path w="337028" h="337028">
                <a:moveTo>
                  <a:pt x="0" y="0"/>
                </a:moveTo>
                <a:lnTo>
                  <a:pt x="337028" y="0"/>
                </a:lnTo>
                <a:lnTo>
                  <a:pt x="337028" y="337028"/>
                </a:lnTo>
                <a:lnTo>
                  <a:pt x="0" y="337028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44084" y="3960083"/>
            <a:ext cx="151663" cy="151663"/>
          </a:xfrm>
          <a:custGeom>
            <a:avLst/>
            <a:gdLst/>
            <a:ahLst/>
            <a:cxnLst/>
            <a:rect l="l" t="t" r="r" b="b"/>
            <a:pathLst>
              <a:path w="151663" h="151663">
                <a:moveTo>
                  <a:pt x="75831" y="0"/>
                </a:moveTo>
                <a:cubicBezTo>
                  <a:pt x="80186" y="0"/>
                  <a:pt x="84185" y="2399"/>
                  <a:pt x="86258" y="6221"/>
                </a:cubicBezTo>
                <a:lnTo>
                  <a:pt x="150241" y="124707"/>
                </a:lnTo>
                <a:cubicBezTo>
                  <a:pt x="152226" y="128380"/>
                  <a:pt x="152137" y="132823"/>
                  <a:pt x="150004" y="136408"/>
                </a:cubicBezTo>
                <a:cubicBezTo>
                  <a:pt x="147871" y="139992"/>
                  <a:pt x="143991" y="142184"/>
                  <a:pt x="139814" y="142184"/>
                </a:cubicBezTo>
                <a:lnTo>
                  <a:pt x="11849" y="142184"/>
                </a:lnTo>
                <a:cubicBezTo>
                  <a:pt x="7672" y="142184"/>
                  <a:pt x="3821" y="139992"/>
                  <a:pt x="1659" y="136408"/>
                </a:cubicBezTo>
                <a:cubicBezTo>
                  <a:pt x="-504" y="132823"/>
                  <a:pt x="-563" y="128380"/>
                  <a:pt x="1422" y="124707"/>
                </a:cubicBezTo>
                <a:lnTo>
                  <a:pt x="65405" y="6221"/>
                </a:lnTo>
                <a:cubicBezTo>
                  <a:pt x="67478" y="2399"/>
                  <a:pt x="71477" y="0"/>
                  <a:pt x="75831" y="0"/>
                </a:cubicBezTo>
                <a:close/>
                <a:moveTo>
                  <a:pt x="75831" y="49764"/>
                </a:moveTo>
                <a:cubicBezTo>
                  <a:pt x="71892" y="49764"/>
                  <a:pt x="68722" y="52934"/>
                  <a:pt x="68722" y="56874"/>
                </a:cubicBezTo>
                <a:lnTo>
                  <a:pt x="68722" y="90050"/>
                </a:lnTo>
                <a:cubicBezTo>
                  <a:pt x="68722" y="93989"/>
                  <a:pt x="71892" y="97159"/>
                  <a:pt x="75831" y="97159"/>
                </a:cubicBezTo>
                <a:cubicBezTo>
                  <a:pt x="79771" y="97159"/>
                  <a:pt x="82941" y="93989"/>
                  <a:pt x="82941" y="90050"/>
                </a:cubicBezTo>
                <a:lnTo>
                  <a:pt x="82941" y="56874"/>
                </a:lnTo>
                <a:cubicBezTo>
                  <a:pt x="82941" y="52934"/>
                  <a:pt x="79771" y="49764"/>
                  <a:pt x="75831" y="49764"/>
                </a:cubicBezTo>
                <a:close/>
                <a:moveTo>
                  <a:pt x="83740" y="113747"/>
                </a:moveTo>
                <a:cubicBezTo>
                  <a:pt x="83920" y="110811"/>
                  <a:pt x="82456" y="108018"/>
                  <a:pt x="79940" y="106496"/>
                </a:cubicBezTo>
                <a:cubicBezTo>
                  <a:pt x="77423" y="104974"/>
                  <a:pt x="74269" y="104974"/>
                  <a:pt x="71753" y="106496"/>
                </a:cubicBezTo>
                <a:cubicBezTo>
                  <a:pt x="69236" y="108018"/>
                  <a:pt x="67772" y="110811"/>
                  <a:pt x="67952" y="113747"/>
                </a:cubicBezTo>
                <a:cubicBezTo>
                  <a:pt x="67772" y="116683"/>
                  <a:pt x="69236" y="119476"/>
                  <a:pt x="71753" y="120998"/>
                </a:cubicBezTo>
                <a:cubicBezTo>
                  <a:pt x="74269" y="122520"/>
                  <a:pt x="77423" y="122520"/>
                  <a:pt x="79940" y="120998"/>
                </a:cubicBezTo>
                <a:cubicBezTo>
                  <a:pt x="82456" y="119476"/>
                  <a:pt x="83920" y="116683"/>
                  <a:pt x="83740" y="113747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4" name="Text 62"/>
          <p:cNvSpPr/>
          <p:nvPr/>
        </p:nvSpPr>
        <p:spPr>
          <a:xfrm>
            <a:off x="8687432" y="3917954"/>
            <a:ext cx="117959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AKMA/SARKMA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49295" y="4305537"/>
            <a:ext cx="3530372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filminin yüzeyinde </a:t>
            </a:r>
            <a:r>
              <a:rPr lang="en-US" sz="1062" dirty="0">
                <a:solidFill>
                  <a:srgbClr val="FF6B6B"/>
                </a:solidFill>
                <a:highlight>
                  <a:srgbClr val="FB2C36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dalgalı görünüm </a:t>
            </a:r>
            <a:r>
              <a:rPr lang="en-US" sz="106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oluşması.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49295" y="4642565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8350404" y="4743674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Nedenler: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50404" y="4945891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Yanlış çözücü, aşırı boya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49295" y="5282919"/>
            <a:ext cx="3462966" cy="572948"/>
          </a:xfrm>
          <a:custGeom>
            <a:avLst/>
            <a:gdLst/>
            <a:ahLst/>
            <a:cxnLst/>
            <a:rect l="l" t="t" r="r" b="b"/>
            <a:pathLst>
              <a:path w="3462966" h="572948">
                <a:moveTo>
                  <a:pt x="0" y="0"/>
                </a:moveTo>
                <a:lnTo>
                  <a:pt x="3462966" y="0"/>
                </a:lnTo>
                <a:lnTo>
                  <a:pt x="3462966" y="572948"/>
                </a:lnTo>
                <a:lnTo>
                  <a:pt x="0" y="572948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8350404" y="5384028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Çözüm: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50404" y="5586245"/>
            <a:ext cx="331972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Viskoziteyi ayarlayın, fazla boyayı alın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41241" y="6104426"/>
            <a:ext cx="11509518" cy="412860"/>
          </a:xfrm>
          <a:custGeom>
            <a:avLst/>
            <a:gdLst/>
            <a:ahLst/>
            <a:cxnLst/>
            <a:rect l="l" t="t" r="r" b="b"/>
            <a:pathLst>
              <a:path w="11509518" h="412860">
                <a:moveTo>
                  <a:pt x="0" y="0"/>
                </a:moveTo>
                <a:lnTo>
                  <a:pt x="11509518" y="0"/>
                </a:lnTo>
                <a:lnTo>
                  <a:pt x="11509518" y="412860"/>
                </a:lnTo>
                <a:lnTo>
                  <a:pt x="0" y="41286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3414" y="6243450"/>
            <a:ext cx="134811" cy="134811"/>
          </a:xfrm>
          <a:custGeom>
            <a:avLst/>
            <a:gdLst/>
            <a:ahLst/>
            <a:cxnLst/>
            <a:rect l="l" t="t" r="r" b="b"/>
            <a:pathLst>
              <a:path w="134811" h="134811">
                <a:moveTo>
                  <a:pt x="67406" y="134811"/>
                </a:moveTo>
                <a:cubicBezTo>
                  <a:pt x="104608" y="134811"/>
                  <a:pt x="134811" y="104608"/>
                  <a:pt x="134811" y="67406"/>
                </a:cubicBezTo>
                <a:cubicBezTo>
                  <a:pt x="134811" y="30203"/>
                  <a:pt x="104608" y="0"/>
                  <a:pt x="67406" y="0"/>
                </a:cubicBezTo>
                <a:cubicBezTo>
                  <a:pt x="30203" y="0"/>
                  <a:pt x="0" y="30203"/>
                  <a:pt x="0" y="67406"/>
                </a:cubicBezTo>
                <a:cubicBezTo>
                  <a:pt x="0" y="104608"/>
                  <a:pt x="30203" y="134811"/>
                  <a:pt x="67406" y="134811"/>
                </a:cubicBezTo>
                <a:close/>
                <a:moveTo>
                  <a:pt x="58980" y="42129"/>
                </a:moveTo>
                <a:cubicBezTo>
                  <a:pt x="58980" y="37478"/>
                  <a:pt x="62755" y="33703"/>
                  <a:pt x="67406" y="33703"/>
                </a:cubicBezTo>
                <a:cubicBezTo>
                  <a:pt x="72056" y="33703"/>
                  <a:pt x="75831" y="37478"/>
                  <a:pt x="75831" y="42129"/>
                </a:cubicBezTo>
                <a:cubicBezTo>
                  <a:pt x="75831" y="46779"/>
                  <a:pt x="72056" y="50554"/>
                  <a:pt x="67406" y="50554"/>
                </a:cubicBezTo>
                <a:cubicBezTo>
                  <a:pt x="62755" y="50554"/>
                  <a:pt x="58980" y="46779"/>
                  <a:pt x="58980" y="42129"/>
                </a:cubicBezTo>
                <a:close/>
                <a:moveTo>
                  <a:pt x="56874" y="58980"/>
                </a:moveTo>
                <a:lnTo>
                  <a:pt x="69512" y="58980"/>
                </a:lnTo>
                <a:cubicBezTo>
                  <a:pt x="73014" y="58980"/>
                  <a:pt x="75831" y="61797"/>
                  <a:pt x="75831" y="65299"/>
                </a:cubicBezTo>
                <a:lnTo>
                  <a:pt x="75831" y="88470"/>
                </a:lnTo>
                <a:lnTo>
                  <a:pt x="77938" y="88470"/>
                </a:lnTo>
                <a:cubicBezTo>
                  <a:pt x="81440" y="88470"/>
                  <a:pt x="84257" y="91287"/>
                  <a:pt x="84257" y="94789"/>
                </a:cubicBezTo>
                <a:cubicBezTo>
                  <a:pt x="84257" y="98291"/>
                  <a:pt x="81440" y="101109"/>
                  <a:pt x="77938" y="101109"/>
                </a:cubicBezTo>
                <a:lnTo>
                  <a:pt x="56874" y="101109"/>
                </a:lnTo>
                <a:cubicBezTo>
                  <a:pt x="53372" y="101109"/>
                  <a:pt x="50554" y="98291"/>
                  <a:pt x="50554" y="94789"/>
                </a:cubicBezTo>
                <a:cubicBezTo>
                  <a:pt x="50554" y="91287"/>
                  <a:pt x="53372" y="88470"/>
                  <a:pt x="56874" y="88470"/>
                </a:cubicBezTo>
                <a:lnTo>
                  <a:pt x="63193" y="88470"/>
                </a:lnTo>
                <a:lnTo>
                  <a:pt x="63193" y="71619"/>
                </a:lnTo>
                <a:lnTo>
                  <a:pt x="56874" y="71619"/>
                </a:lnTo>
                <a:cubicBezTo>
                  <a:pt x="53372" y="71619"/>
                  <a:pt x="50554" y="68801"/>
                  <a:pt x="50554" y="65299"/>
                </a:cubicBezTo>
                <a:cubicBezTo>
                  <a:pt x="50554" y="61797"/>
                  <a:pt x="53372" y="58980"/>
                  <a:pt x="56874" y="5898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74" name="Text 72"/>
          <p:cNvSpPr/>
          <p:nvPr/>
        </p:nvSpPr>
        <p:spPr>
          <a:xfrm>
            <a:off x="659796" y="6209747"/>
            <a:ext cx="11153047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Önemli:</a:t>
            </a:r>
            <a:r>
              <a:rPr lang="en-US" sz="106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Boya problemlerinin çoğu yüzey hazırlığı eksikliğinden kaynaklanır. Doğru hazırlık = kalıcı sonuç!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f2c148c336e9bdf23d327bf04050f158898434e3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1755" b="1175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5000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4311" y="1428750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>
                <a:moveTo>
                  <a:pt x="0" y="0"/>
                </a:moveTo>
                <a:lnTo>
                  <a:pt x="1752600" y="0"/>
                </a:lnTo>
                <a:lnTo>
                  <a:pt x="1752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575182" y="1524000"/>
            <a:ext cx="147773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BÖLÜM 07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90750"/>
            <a:ext cx="76390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RENK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TRENDLERİ 2024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053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86350"/>
            <a:ext cx="732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Yılın Öne Çıkan Renkleri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02" y="327302"/>
            <a:ext cx="1407399" cy="261842"/>
          </a:xfrm>
          <a:custGeom>
            <a:avLst/>
            <a:gdLst/>
            <a:ahLst/>
            <a:cxnLst/>
            <a:rect l="l" t="t" r="r" b="b"/>
            <a:pathLst>
              <a:path w="1407399" h="261842">
                <a:moveTo>
                  <a:pt x="0" y="0"/>
                </a:moveTo>
                <a:lnTo>
                  <a:pt x="1407399" y="0"/>
                </a:lnTo>
                <a:lnTo>
                  <a:pt x="1407399" y="261842"/>
                </a:lnTo>
                <a:lnTo>
                  <a:pt x="0" y="261842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425493" y="384580"/>
            <a:ext cx="127200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RENK TRENDLERİ 2024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7302" y="687334"/>
            <a:ext cx="11684682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 İç Mekan Renk Trendleri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302" y="1112827"/>
            <a:ext cx="785525" cy="32730"/>
          </a:xfrm>
          <a:custGeom>
            <a:avLst/>
            <a:gdLst/>
            <a:ahLst/>
            <a:cxnLst/>
            <a:rect l="l" t="t" r="r" b="b"/>
            <a:pathLst>
              <a:path w="785525" h="32730">
                <a:moveTo>
                  <a:pt x="0" y="0"/>
                </a:moveTo>
                <a:lnTo>
                  <a:pt x="785525" y="0"/>
                </a:lnTo>
                <a:lnTo>
                  <a:pt x="78552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335485" y="1284660"/>
            <a:ext cx="2765702" cy="2708424"/>
          </a:xfrm>
          <a:custGeom>
            <a:avLst/>
            <a:gdLst/>
            <a:ahLst/>
            <a:cxnLst/>
            <a:rect l="l" t="t" r="r" b="b"/>
            <a:pathLst>
              <a:path w="2765702" h="2708424">
                <a:moveTo>
                  <a:pt x="0" y="0"/>
                </a:moveTo>
                <a:lnTo>
                  <a:pt x="2765702" y="0"/>
                </a:lnTo>
                <a:lnTo>
                  <a:pt x="2765702" y="2708424"/>
                </a:lnTo>
                <a:lnTo>
                  <a:pt x="0" y="2708424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588" y="1423764"/>
            <a:ext cx="2487495" cy="654604"/>
          </a:xfrm>
          <a:custGeom>
            <a:avLst/>
            <a:gdLst/>
            <a:ahLst/>
            <a:cxnLst/>
            <a:rect l="l" t="t" r="r" b="b"/>
            <a:pathLst>
              <a:path w="2487495" h="654604">
                <a:moveTo>
                  <a:pt x="65460" y="0"/>
                </a:moveTo>
                <a:lnTo>
                  <a:pt x="2422035" y="0"/>
                </a:lnTo>
                <a:cubicBezTo>
                  <a:pt x="2458188" y="0"/>
                  <a:pt x="2487495" y="29308"/>
                  <a:pt x="2487495" y="65460"/>
                </a:cubicBezTo>
                <a:lnTo>
                  <a:pt x="2487495" y="589144"/>
                </a:lnTo>
                <a:cubicBezTo>
                  <a:pt x="2487495" y="625296"/>
                  <a:pt x="2458188" y="654604"/>
                  <a:pt x="2422035" y="654604"/>
                </a:cubicBezTo>
                <a:lnTo>
                  <a:pt x="65460" y="654604"/>
                </a:lnTo>
                <a:cubicBezTo>
                  <a:pt x="29332" y="654604"/>
                  <a:pt x="0" y="625272"/>
                  <a:pt x="0" y="589144"/>
                </a:cubicBezTo>
                <a:lnTo>
                  <a:pt x="0" y="65460"/>
                </a:lnTo>
                <a:cubicBezTo>
                  <a:pt x="0" y="29332"/>
                  <a:pt x="29332" y="0"/>
                  <a:pt x="65460" y="0"/>
                </a:cubicBezTo>
                <a:close/>
              </a:path>
            </a:pathLst>
          </a:custGeom>
          <a:gradFill flip="none" rotWithShape="1">
            <a:gsLst>
              <a:gs pos="0">
                <a:srgbClr val="F5F5DC"/>
              </a:gs>
              <a:gs pos="100000">
                <a:srgbClr val="D4C4A8"/>
              </a:gs>
            </a:gsLst>
            <a:lin ang="27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474588" y="2176558"/>
            <a:ext cx="25611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SICAK KREM &amp; BEJ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4588" y="2471130"/>
            <a:ext cx="2552956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Modası geçmeyen </a:t>
            </a:r>
            <a:r>
              <a:rPr lang="en-US" sz="1031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zamansız tonlar </a:t>
            </a:r>
            <a:r>
              <a:rPr lang="en-US" sz="1031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Rahatlık ve sıcaklık katıyor.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4588" y="2994813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F5F5DC"/>
          </a:solidFill>
          <a:ln/>
        </p:spPr>
      </p:sp>
      <p:sp>
        <p:nvSpPr>
          <p:cNvPr id="11" name="Text 9"/>
          <p:cNvSpPr/>
          <p:nvPr/>
        </p:nvSpPr>
        <p:spPr>
          <a:xfrm>
            <a:off x="638239" y="2962083"/>
            <a:ext cx="327302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Krem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4588" y="3191195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D4C4A8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39" y="3158464"/>
            <a:ext cx="212746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Bej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4588" y="3387576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39" y="3354846"/>
            <a:ext cx="368215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Kahve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4588" y="3620779"/>
            <a:ext cx="2487495" cy="8183"/>
          </a:xfrm>
          <a:custGeom>
            <a:avLst/>
            <a:gdLst/>
            <a:ahLst/>
            <a:cxnLst/>
            <a:rect l="l" t="t" r="r" b="b"/>
            <a:pathLst>
              <a:path w="2487495" h="8183">
                <a:moveTo>
                  <a:pt x="0" y="0"/>
                </a:moveTo>
                <a:lnTo>
                  <a:pt x="2487495" y="0"/>
                </a:lnTo>
                <a:lnTo>
                  <a:pt x="2487495" y="8183"/>
                </a:lnTo>
                <a:lnTo>
                  <a:pt x="0" y="81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0953" y="3714878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62155" y="1924"/>
                </a:moveTo>
                <a:cubicBezTo>
                  <a:pt x="59403" y="-626"/>
                  <a:pt x="55152" y="-626"/>
                  <a:pt x="52423" y="1924"/>
                </a:cubicBezTo>
                <a:lnTo>
                  <a:pt x="2305" y="48462"/>
                </a:lnTo>
                <a:cubicBezTo>
                  <a:pt x="157" y="50476"/>
                  <a:pt x="-559" y="53586"/>
                  <a:pt x="515" y="56316"/>
                </a:cubicBezTo>
                <a:cubicBezTo>
                  <a:pt x="1589" y="59045"/>
                  <a:pt x="4206" y="60858"/>
                  <a:pt x="7160" y="60858"/>
                </a:cubicBezTo>
                <a:lnTo>
                  <a:pt x="10740" y="60858"/>
                </a:lnTo>
                <a:lnTo>
                  <a:pt x="10740" y="100236"/>
                </a:lnTo>
                <a:cubicBezTo>
                  <a:pt x="10740" y="108134"/>
                  <a:pt x="17161" y="114556"/>
                  <a:pt x="25059" y="114556"/>
                </a:cubicBezTo>
                <a:lnTo>
                  <a:pt x="89497" y="114556"/>
                </a:lnTo>
                <a:cubicBezTo>
                  <a:pt x="97395" y="114556"/>
                  <a:pt x="103816" y="108134"/>
                  <a:pt x="103816" y="100236"/>
                </a:cubicBezTo>
                <a:lnTo>
                  <a:pt x="103816" y="60858"/>
                </a:lnTo>
                <a:lnTo>
                  <a:pt x="107396" y="60858"/>
                </a:lnTo>
                <a:cubicBezTo>
                  <a:pt x="110349" y="60858"/>
                  <a:pt x="112990" y="59045"/>
                  <a:pt x="114063" y="56316"/>
                </a:cubicBezTo>
                <a:cubicBezTo>
                  <a:pt x="115137" y="53586"/>
                  <a:pt x="114421" y="50454"/>
                  <a:pt x="112274" y="48462"/>
                </a:cubicBezTo>
                <a:lnTo>
                  <a:pt x="62155" y="1924"/>
                </a:lnTo>
                <a:close/>
                <a:moveTo>
                  <a:pt x="53698" y="71597"/>
                </a:moveTo>
                <a:lnTo>
                  <a:pt x="60858" y="71597"/>
                </a:lnTo>
                <a:cubicBezTo>
                  <a:pt x="66787" y="71597"/>
                  <a:pt x="71597" y="76408"/>
                  <a:pt x="71597" y="82337"/>
                </a:cubicBezTo>
                <a:lnTo>
                  <a:pt x="71597" y="103816"/>
                </a:lnTo>
                <a:lnTo>
                  <a:pt x="42958" y="103816"/>
                </a:lnTo>
                <a:lnTo>
                  <a:pt x="42958" y="82337"/>
                </a:lnTo>
                <a:cubicBezTo>
                  <a:pt x="42958" y="76408"/>
                  <a:pt x="47769" y="71597"/>
                  <a:pt x="53698" y="7159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2962" y="3690330"/>
            <a:ext cx="2376399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Oturma odası, yatak odası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52052" y="1284660"/>
            <a:ext cx="2765702" cy="2708424"/>
          </a:xfrm>
          <a:custGeom>
            <a:avLst/>
            <a:gdLst/>
            <a:ahLst/>
            <a:cxnLst/>
            <a:rect l="l" t="t" r="r" b="b"/>
            <a:pathLst>
              <a:path w="2765702" h="2708424">
                <a:moveTo>
                  <a:pt x="0" y="0"/>
                </a:moveTo>
                <a:lnTo>
                  <a:pt x="2765702" y="0"/>
                </a:lnTo>
                <a:lnTo>
                  <a:pt x="2765702" y="2708424"/>
                </a:lnTo>
                <a:lnTo>
                  <a:pt x="0" y="2708424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91156" y="1423764"/>
            <a:ext cx="2487495" cy="654604"/>
          </a:xfrm>
          <a:custGeom>
            <a:avLst/>
            <a:gdLst/>
            <a:ahLst/>
            <a:cxnLst/>
            <a:rect l="l" t="t" r="r" b="b"/>
            <a:pathLst>
              <a:path w="2487495" h="654604">
                <a:moveTo>
                  <a:pt x="65460" y="0"/>
                </a:moveTo>
                <a:lnTo>
                  <a:pt x="2422035" y="0"/>
                </a:lnTo>
                <a:cubicBezTo>
                  <a:pt x="2458188" y="0"/>
                  <a:pt x="2487495" y="29308"/>
                  <a:pt x="2487495" y="65460"/>
                </a:cubicBezTo>
                <a:lnTo>
                  <a:pt x="2487495" y="589144"/>
                </a:lnTo>
                <a:cubicBezTo>
                  <a:pt x="2487495" y="625296"/>
                  <a:pt x="2458188" y="654604"/>
                  <a:pt x="2422035" y="654604"/>
                </a:cubicBezTo>
                <a:lnTo>
                  <a:pt x="65460" y="654604"/>
                </a:lnTo>
                <a:cubicBezTo>
                  <a:pt x="29332" y="654604"/>
                  <a:pt x="0" y="625272"/>
                  <a:pt x="0" y="589144"/>
                </a:cubicBezTo>
                <a:lnTo>
                  <a:pt x="0" y="65460"/>
                </a:lnTo>
                <a:cubicBezTo>
                  <a:pt x="0" y="29332"/>
                  <a:pt x="29332" y="0"/>
                  <a:pt x="65460" y="0"/>
                </a:cubicBezTo>
                <a:close/>
              </a:path>
            </a:pathLst>
          </a:custGeom>
          <a:gradFill flip="none" rotWithShape="1">
            <a:gsLst>
              <a:gs pos="0">
                <a:srgbClr val="4682B4"/>
              </a:gs>
              <a:gs pos="100000">
                <a:srgbClr val="191970"/>
              </a:gs>
            </a:gsLst>
            <a:lin ang="270000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3391156" y="2176558"/>
            <a:ext cx="25611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MAVİ TONLARI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91156" y="2471130"/>
            <a:ext cx="2552956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Deniz mavisi </a:t>
            </a:r>
            <a:r>
              <a:rPr lang="en-US" sz="1031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ferahlık, </a:t>
            </a:r>
            <a:r>
              <a:rPr lang="en-US" sz="1031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gece mavisi </a:t>
            </a:r>
            <a:r>
              <a:rPr lang="en-US" sz="1031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derinlik katar.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91156" y="2994813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4682B4"/>
          </a:solidFill>
          <a:ln/>
        </p:spPr>
      </p:sp>
      <p:sp>
        <p:nvSpPr>
          <p:cNvPr id="24" name="Text 22"/>
          <p:cNvSpPr/>
          <p:nvPr/>
        </p:nvSpPr>
        <p:spPr>
          <a:xfrm>
            <a:off x="3554807" y="2962083"/>
            <a:ext cx="695517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Deniz Mavisi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91156" y="3191195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191970"/>
          </a:solidFill>
          <a:ln/>
        </p:spPr>
      </p:sp>
      <p:sp>
        <p:nvSpPr>
          <p:cNvPr id="26" name="Text 24"/>
          <p:cNvSpPr/>
          <p:nvPr/>
        </p:nvSpPr>
        <p:spPr>
          <a:xfrm>
            <a:off x="3554807" y="3158464"/>
            <a:ext cx="670969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Gece Mavisi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91156" y="3387576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87CEEB"/>
          </a:solidFill>
          <a:ln/>
        </p:spPr>
      </p:sp>
      <p:sp>
        <p:nvSpPr>
          <p:cNvPr id="28" name="Text 26"/>
          <p:cNvSpPr/>
          <p:nvPr/>
        </p:nvSpPr>
        <p:spPr>
          <a:xfrm>
            <a:off x="3554807" y="3354846"/>
            <a:ext cx="613691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Gök Mavisi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91156" y="3620779"/>
            <a:ext cx="2487495" cy="8183"/>
          </a:xfrm>
          <a:custGeom>
            <a:avLst/>
            <a:gdLst/>
            <a:ahLst/>
            <a:cxnLst/>
            <a:rect l="l" t="t" r="r" b="b"/>
            <a:pathLst>
              <a:path w="2487495" h="8183">
                <a:moveTo>
                  <a:pt x="0" y="0"/>
                </a:moveTo>
                <a:lnTo>
                  <a:pt x="2487495" y="0"/>
                </a:lnTo>
                <a:lnTo>
                  <a:pt x="2487495" y="8183"/>
                </a:lnTo>
                <a:lnTo>
                  <a:pt x="0" y="81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93201" y="3714878"/>
            <a:ext cx="143195" cy="114556"/>
          </a:xfrm>
          <a:custGeom>
            <a:avLst/>
            <a:gdLst/>
            <a:ahLst/>
            <a:cxnLst/>
            <a:rect l="l" t="t" r="r" b="b"/>
            <a:pathLst>
              <a:path w="143195" h="114556">
                <a:moveTo>
                  <a:pt x="32219" y="60858"/>
                </a:moveTo>
                <a:cubicBezTo>
                  <a:pt x="32219" y="50275"/>
                  <a:pt x="24567" y="41482"/>
                  <a:pt x="14498" y="39714"/>
                </a:cubicBezTo>
                <a:cubicBezTo>
                  <a:pt x="16109" y="25417"/>
                  <a:pt x="28236" y="14319"/>
                  <a:pt x="42958" y="14319"/>
                </a:cubicBezTo>
                <a:lnTo>
                  <a:pt x="100236" y="14319"/>
                </a:lnTo>
                <a:cubicBezTo>
                  <a:pt x="114958" y="14319"/>
                  <a:pt x="127085" y="25417"/>
                  <a:pt x="128696" y="39714"/>
                </a:cubicBezTo>
                <a:cubicBezTo>
                  <a:pt x="118628" y="41504"/>
                  <a:pt x="110976" y="50275"/>
                  <a:pt x="110976" y="60858"/>
                </a:cubicBezTo>
                <a:lnTo>
                  <a:pt x="110976" y="68017"/>
                </a:lnTo>
                <a:lnTo>
                  <a:pt x="32219" y="68017"/>
                </a:lnTo>
                <a:lnTo>
                  <a:pt x="32219" y="60858"/>
                </a:lnTo>
                <a:close/>
                <a:moveTo>
                  <a:pt x="0" y="85917"/>
                </a:moveTo>
                <a:lnTo>
                  <a:pt x="0" y="60858"/>
                </a:lnTo>
                <a:cubicBezTo>
                  <a:pt x="0" y="54929"/>
                  <a:pt x="4810" y="50118"/>
                  <a:pt x="10740" y="50118"/>
                </a:cubicBezTo>
                <a:cubicBezTo>
                  <a:pt x="16669" y="50118"/>
                  <a:pt x="21479" y="54929"/>
                  <a:pt x="21479" y="60858"/>
                </a:cubicBezTo>
                <a:lnTo>
                  <a:pt x="21479" y="78757"/>
                </a:lnTo>
                <a:lnTo>
                  <a:pt x="121715" y="78757"/>
                </a:lnTo>
                <a:lnTo>
                  <a:pt x="121715" y="60858"/>
                </a:lnTo>
                <a:cubicBezTo>
                  <a:pt x="121715" y="54929"/>
                  <a:pt x="126526" y="50118"/>
                  <a:pt x="132455" y="50118"/>
                </a:cubicBezTo>
                <a:cubicBezTo>
                  <a:pt x="138384" y="50118"/>
                  <a:pt x="143195" y="54929"/>
                  <a:pt x="143195" y="60858"/>
                </a:cubicBezTo>
                <a:lnTo>
                  <a:pt x="143195" y="85917"/>
                </a:lnTo>
                <a:cubicBezTo>
                  <a:pt x="143195" y="93815"/>
                  <a:pt x="136773" y="100236"/>
                  <a:pt x="128875" y="100236"/>
                </a:cubicBezTo>
                <a:lnTo>
                  <a:pt x="14319" y="100236"/>
                </a:lnTo>
                <a:cubicBezTo>
                  <a:pt x="6421" y="100236"/>
                  <a:pt x="0" y="93815"/>
                  <a:pt x="0" y="8591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1" name="Text 29"/>
          <p:cNvSpPr/>
          <p:nvPr/>
        </p:nvSpPr>
        <p:spPr>
          <a:xfrm>
            <a:off x="3559530" y="3690330"/>
            <a:ext cx="2376399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TV ünitesi, çalışma odası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68620" y="1284660"/>
            <a:ext cx="2765702" cy="2708424"/>
          </a:xfrm>
          <a:custGeom>
            <a:avLst/>
            <a:gdLst/>
            <a:ahLst/>
            <a:cxnLst/>
            <a:rect l="l" t="t" r="r" b="b"/>
            <a:pathLst>
              <a:path w="2765702" h="2708424">
                <a:moveTo>
                  <a:pt x="0" y="0"/>
                </a:moveTo>
                <a:lnTo>
                  <a:pt x="2765702" y="0"/>
                </a:lnTo>
                <a:lnTo>
                  <a:pt x="2765702" y="2708424"/>
                </a:lnTo>
                <a:lnTo>
                  <a:pt x="0" y="27084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7723" y="1423764"/>
            <a:ext cx="2487495" cy="654604"/>
          </a:xfrm>
          <a:custGeom>
            <a:avLst/>
            <a:gdLst/>
            <a:ahLst/>
            <a:cxnLst/>
            <a:rect l="l" t="t" r="r" b="b"/>
            <a:pathLst>
              <a:path w="2487495" h="654604">
                <a:moveTo>
                  <a:pt x="65460" y="0"/>
                </a:moveTo>
                <a:lnTo>
                  <a:pt x="2422035" y="0"/>
                </a:lnTo>
                <a:cubicBezTo>
                  <a:pt x="2458188" y="0"/>
                  <a:pt x="2487495" y="29308"/>
                  <a:pt x="2487495" y="65460"/>
                </a:cubicBezTo>
                <a:lnTo>
                  <a:pt x="2487495" y="589144"/>
                </a:lnTo>
                <a:cubicBezTo>
                  <a:pt x="2487495" y="625296"/>
                  <a:pt x="2458188" y="654604"/>
                  <a:pt x="2422035" y="654604"/>
                </a:cubicBezTo>
                <a:lnTo>
                  <a:pt x="65460" y="654604"/>
                </a:lnTo>
                <a:cubicBezTo>
                  <a:pt x="29332" y="654604"/>
                  <a:pt x="0" y="625272"/>
                  <a:pt x="0" y="589144"/>
                </a:cubicBezTo>
                <a:lnTo>
                  <a:pt x="0" y="65460"/>
                </a:lnTo>
                <a:cubicBezTo>
                  <a:pt x="0" y="29332"/>
                  <a:pt x="29332" y="0"/>
                  <a:pt x="6546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B6C1"/>
              </a:gs>
              <a:gs pos="100000">
                <a:srgbClr val="DDA0DD"/>
              </a:gs>
            </a:gsLst>
            <a:lin ang="2700000" scaled="1"/>
          </a:gradFill>
          <a:ln/>
        </p:spPr>
      </p:sp>
      <p:sp>
        <p:nvSpPr>
          <p:cNvPr id="34" name="Text 32"/>
          <p:cNvSpPr/>
          <p:nvPr/>
        </p:nvSpPr>
        <p:spPr>
          <a:xfrm>
            <a:off x="6307723" y="2176558"/>
            <a:ext cx="25611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PASTEL TONLAR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07723" y="2471130"/>
            <a:ext cx="2552956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Yumuşak ve rahatlatıcı </a:t>
            </a:r>
            <a:r>
              <a:rPr lang="en-US" sz="1031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atmosfer yaratır.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07723" y="2994813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FFB6C1"/>
          </a:solidFill>
          <a:ln/>
        </p:spPr>
      </p:sp>
      <p:sp>
        <p:nvSpPr>
          <p:cNvPr id="37" name="Text 35"/>
          <p:cNvSpPr/>
          <p:nvPr/>
        </p:nvSpPr>
        <p:spPr>
          <a:xfrm>
            <a:off x="6471374" y="2962083"/>
            <a:ext cx="818255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Pudra Pembesi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07723" y="3191195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DDA0DD"/>
          </a:solidFill>
          <a:ln/>
        </p:spPr>
      </p:sp>
      <p:sp>
        <p:nvSpPr>
          <p:cNvPr id="39" name="Text 37"/>
          <p:cNvSpPr/>
          <p:nvPr/>
        </p:nvSpPr>
        <p:spPr>
          <a:xfrm>
            <a:off x="6471374" y="3158464"/>
            <a:ext cx="45822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Lavanta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07723" y="3387576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98FF98"/>
          </a:solidFill>
          <a:ln/>
        </p:spPr>
      </p:sp>
      <p:sp>
        <p:nvSpPr>
          <p:cNvPr id="41" name="Text 39"/>
          <p:cNvSpPr/>
          <p:nvPr/>
        </p:nvSpPr>
        <p:spPr>
          <a:xfrm>
            <a:off x="6471374" y="3354846"/>
            <a:ext cx="613691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Nane Yeşili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07723" y="3620779"/>
            <a:ext cx="2487495" cy="8183"/>
          </a:xfrm>
          <a:custGeom>
            <a:avLst/>
            <a:gdLst/>
            <a:ahLst/>
            <a:cxnLst/>
            <a:rect l="l" t="t" r="r" b="b"/>
            <a:pathLst>
              <a:path w="2487495" h="8183">
                <a:moveTo>
                  <a:pt x="0" y="0"/>
                </a:moveTo>
                <a:lnTo>
                  <a:pt x="2487495" y="0"/>
                </a:lnTo>
                <a:lnTo>
                  <a:pt x="2487495" y="8183"/>
                </a:lnTo>
                <a:lnTo>
                  <a:pt x="0" y="81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316929" y="3714878"/>
            <a:ext cx="128875" cy="114556"/>
          </a:xfrm>
          <a:custGeom>
            <a:avLst/>
            <a:gdLst/>
            <a:ahLst/>
            <a:cxnLst/>
            <a:rect l="l" t="t" r="r" b="b"/>
            <a:pathLst>
              <a:path w="128875" h="114556">
                <a:moveTo>
                  <a:pt x="7160" y="7160"/>
                </a:moveTo>
                <a:cubicBezTo>
                  <a:pt x="11120" y="7160"/>
                  <a:pt x="14319" y="10359"/>
                  <a:pt x="14319" y="14319"/>
                </a:cubicBezTo>
                <a:lnTo>
                  <a:pt x="14319" y="64438"/>
                </a:lnTo>
                <a:lnTo>
                  <a:pt x="64438" y="64438"/>
                </a:lnTo>
                <a:lnTo>
                  <a:pt x="64438" y="35799"/>
                </a:lnTo>
                <a:cubicBezTo>
                  <a:pt x="64438" y="31838"/>
                  <a:pt x="67637" y="28639"/>
                  <a:pt x="71597" y="28639"/>
                </a:cubicBezTo>
                <a:lnTo>
                  <a:pt x="107396" y="28639"/>
                </a:lnTo>
                <a:cubicBezTo>
                  <a:pt x="119254" y="28639"/>
                  <a:pt x="128875" y="38260"/>
                  <a:pt x="128875" y="50118"/>
                </a:cubicBezTo>
                <a:lnTo>
                  <a:pt x="128875" y="100236"/>
                </a:lnTo>
                <a:cubicBezTo>
                  <a:pt x="128875" y="104196"/>
                  <a:pt x="125676" y="107396"/>
                  <a:pt x="121715" y="107396"/>
                </a:cubicBezTo>
                <a:cubicBezTo>
                  <a:pt x="117755" y="107396"/>
                  <a:pt x="114556" y="104196"/>
                  <a:pt x="114556" y="100236"/>
                </a:cubicBezTo>
                <a:lnTo>
                  <a:pt x="114556" y="85917"/>
                </a:lnTo>
                <a:lnTo>
                  <a:pt x="14319" y="85917"/>
                </a:lnTo>
                <a:lnTo>
                  <a:pt x="14319" y="100236"/>
                </a:lnTo>
                <a:cubicBezTo>
                  <a:pt x="14319" y="104196"/>
                  <a:pt x="11120" y="107396"/>
                  <a:pt x="7160" y="107396"/>
                </a:cubicBezTo>
                <a:cubicBezTo>
                  <a:pt x="3200" y="107396"/>
                  <a:pt x="0" y="104196"/>
                  <a:pt x="0" y="100236"/>
                </a:cubicBezTo>
                <a:lnTo>
                  <a:pt x="0" y="14319"/>
                </a:lnTo>
                <a:cubicBezTo>
                  <a:pt x="0" y="10359"/>
                  <a:pt x="3200" y="7160"/>
                  <a:pt x="7160" y="7160"/>
                </a:cubicBezTo>
                <a:close/>
                <a:moveTo>
                  <a:pt x="25059" y="42958"/>
                </a:moveTo>
                <a:cubicBezTo>
                  <a:pt x="25059" y="35055"/>
                  <a:pt x="31475" y="28639"/>
                  <a:pt x="39379" y="28639"/>
                </a:cubicBezTo>
                <a:cubicBezTo>
                  <a:pt x="47282" y="28639"/>
                  <a:pt x="53698" y="35055"/>
                  <a:pt x="53698" y="42958"/>
                </a:cubicBezTo>
                <a:cubicBezTo>
                  <a:pt x="53698" y="50862"/>
                  <a:pt x="47282" y="57278"/>
                  <a:pt x="39379" y="57278"/>
                </a:cubicBezTo>
                <a:cubicBezTo>
                  <a:pt x="31475" y="57278"/>
                  <a:pt x="25059" y="50862"/>
                  <a:pt x="25059" y="42958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76097" y="3690330"/>
            <a:ext cx="2376399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Yatak odası, bebek odası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85188" y="1284660"/>
            <a:ext cx="2765702" cy="2708424"/>
          </a:xfrm>
          <a:custGeom>
            <a:avLst/>
            <a:gdLst/>
            <a:ahLst/>
            <a:cxnLst/>
            <a:rect l="l" t="t" r="r" b="b"/>
            <a:pathLst>
              <a:path w="2765702" h="2708424">
                <a:moveTo>
                  <a:pt x="0" y="0"/>
                </a:moveTo>
                <a:lnTo>
                  <a:pt x="2765702" y="0"/>
                </a:lnTo>
                <a:lnTo>
                  <a:pt x="2765702" y="2708424"/>
                </a:lnTo>
                <a:lnTo>
                  <a:pt x="0" y="27084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24291" y="1423764"/>
            <a:ext cx="2487495" cy="654604"/>
          </a:xfrm>
          <a:custGeom>
            <a:avLst/>
            <a:gdLst/>
            <a:ahLst/>
            <a:cxnLst/>
            <a:rect l="l" t="t" r="r" b="b"/>
            <a:pathLst>
              <a:path w="2487495" h="654604">
                <a:moveTo>
                  <a:pt x="65460" y="0"/>
                </a:moveTo>
                <a:lnTo>
                  <a:pt x="2422035" y="0"/>
                </a:lnTo>
                <a:cubicBezTo>
                  <a:pt x="2458188" y="0"/>
                  <a:pt x="2487495" y="29308"/>
                  <a:pt x="2487495" y="65460"/>
                </a:cubicBezTo>
                <a:lnTo>
                  <a:pt x="2487495" y="589144"/>
                </a:lnTo>
                <a:cubicBezTo>
                  <a:pt x="2487495" y="625296"/>
                  <a:pt x="2458188" y="654604"/>
                  <a:pt x="2422035" y="654604"/>
                </a:cubicBezTo>
                <a:lnTo>
                  <a:pt x="65460" y="654604"/>
                </a:lnTo>
                <a:cubicBezTo>
                  <a:pt x="29332" y="654604"/>
                  <a:pt x="0" y="625272"/>
                  <a:pt x="0" y="589144"/>
                </a:cubicBezTo>
                <a:lnTo>
                  <a:pt x="0" y="65460"/>
                </a:lnTo>
                <a:cubicBezTo>
                  <a:pt x="0" y="29332"/>
                  <a:pt x="29332" y="0"/>
                  <a:pt x="65460" y="0"/>
                </a:cubicBezTo>
                <a:close/>
              </a:path>
            </a:pathLst>
          </a:custGeom>
          <a:gradFill flip="none" rotWithShape="1">
            <a:gsLst>
              <a:gs pos="0">
                <a:srgbClr val="C0C0C0"/>
              </a:gs>
              <a:gs pos="100000">
                <a:srgbClr val="696969"/>
              </a:gs>
            </a:gsLst>
            <a:lin ang="2700000" scaled="1"/>
          </a:gradFill>
          <a:ln/>
        </p:spPr>
      </p:sp>
      <p:sp>
        <p:nvSpPr>
          <p:cNvPr id="47" name="Text 45"/>
          <p:cNvSpPr/>
          <p:nvPr/>
        </p:nvSpPr>
        <p:spPr>
          <a:xfrm>
            <a:off x="9224291" y="2176558"/>
            <a:ext cx="25611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METALİK &amp; GRİ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224291" y="2471130"/>
            <a:ext cx="2552956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Modernlik ve lüksün simgesi </a:t>
            </a:r>
            <a:r>
              <a:rPr lang="en-US" sz="1031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Zamansız seçim.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224291" y="2994813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C0C0C0"/>
          </a:solidFill>
          <a:ln/>
        </p:spPr>
      </p:sp>
      <p:sp>
        <p:nvSpPr>
          <p:cNvPr id="50" name="Text 48"/>
          <p:cNvSpPr/>
          <p:nvPr/>
        </p:nvSpPr>
        <p:spPr>
          <a:xfrm>
            <a:off x="9387942" y="2962083"/>
            <a:ext cx="417310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Gümüş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224291" y="3191195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696969"/>
          </a:solidFill>
          <a:ln/>
        </p:spPr>
      </p:sp>
      <p:sp>
        <p:nvSpPr>
          <p:cNvPr id="52" name="Text 50"/>
          <p:cNvSpPr/>
          <p:nvPr/>
        </p:nvSpPr>
        <p:spPr>
          <a:xfrm>
            <a:off x="9387942" y="3158464"/>
            <a:ext cx="482770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Koyu Gri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224291" y="3387576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54" name="Text 52"/>
          <p:cNvSpPr/>
          <p:nvPr/>
        </p:nvSpPr>
        <p:spPr>
          <a:xfrm>
            <a:off x="9387942" y="3354846"/>
            <a:ext cx="286389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Altın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224291" y="3620779"/>
            <a:ext cx="2487495" cy="8183"/>
          </a:xfrm>
          <a:custGeom>
            <a:avLst/>
            <a:gdLst/>
            <a:ahLst/>
            <a:cxnLst/>
            <a:rect l="l" t="t" r="r" b="b"/>
            <a:pathLst>
              <a:path w="2487495" h="8183">
                <a:moveTo>
                  <a:pt x="0" y="0"/>
                </a:moveTo>
                <a:lnTo>
                  <a:pt x="2487495" y="0"/>
                </a:lnTo>
                <a:lnTo>
                  <a:pt x="2487495" y="8183"/>
                </a:lnTo>
                <a:lnTo>
                  <a:pt x="0" y="81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54976" y="3714878"/>
            <a:ext cx="85917" cy="114556"/>
          </a:xfrm>
          <a:custGeom>
            <a:avLst/>
            <a:gdLst/>
            <a:ahLst/>
            <a:cxnLst/>
            <a:rect l="l" t="t" r="r" b="b"/>
            <a:pathLst>
              <a:path w="85917" h="114556">
                <a:moveTo>
                  <a:pt x="14319" y="0"/>
                </a:moveTo>
                <a:cubicBezTo>
                  <a:pt x="6421" y="0"/>
                  <a:pt x="0" y="6421"/>
                  <a:pt x="0" y="14319"/>
                </a:cubicBezTo>
                <a:lnTo>
                  <a:pt x="0" y="100236"/>
                </a:lnTo>
                <a:cubicBezTo>
                  <a:pt x="0" y="108134"/>
                  <a:pt x="6421" y="114556"/>
                  <a:pt x="14319" y="114556"/>
                </a:cubicBezTo>
                <a:lnTo>
                  <a:pt x="71597" y="114556"/>
                </a:lnTo>
                <a:cubicBezTo>
                  <a:pt x="79495" y="114556"/>
                  <a:pt x="85917" y="108134"/>
                  <a:pt x="85917" y="100236"/>
                </a:cubicBezTo>
                <a:lnTo>
                  <a:pt x="85917" y="14319"/>
                </a:lnTo>
                <a:cubicBezTo>
                  <a:pt x="85917" y="6421"/>
                  <a:pt x="79495" y="0"/>
                  <a:pt x="71597" y="0"/>
                </a:cubicBezTo>
                <a:lnTo>
                  <a:pt x="14319" y="0"/>
                </a:lnTo>
                <a:close/>
                <a:moveTo>
                  <a:pt x="39379" y="78757"/>
                </a:moveTo>
                <a:lnTo>
                  <a:pt x="46538" y="78757"/>
                </a:lnTo>
                <a:cubicBezTo>
                  <a:pt x="50498" y="78757"/>
                  <a:pt x="53698" y="81957"/>
                  <a:pt x="53698" y="85917"/>
                </a:cubicBezTo>
                <a:lnTo>
                  <a:pt x="53698" y="103816"/>
                </a:lnTo>
                <a:lnTo>
                  <a:pt x="32219" y="103816"/>
                </a:lnTo>
                <a:lnTo>
                  <a:pt x="32219" y="85917"/>
                </a:lnTo>
                <a:cubicBezTo>
                  <a:pt x="32219" y="81957"/>
                  <a:pt x="35418" y="78757"/>
                  <a:pt x="39379" y="78757"/>
                </a:cubicBezTo>
                <a:close/>
                <a:moveTo>
                  <a:pt x="21479" y="25059"/>
                </a:moveTo>
                <a:cubicBezTo>
                  <a:pt x="21479" y="23090"/>
                  <a:pt x="23090" y="21479"/>
                  <a:pt x="25059" y="21479"/>
                </a:cubicBezTo>
                <a:lnTo>
                  <a:pt x="32219" y="21479"/>
                </a:lnTo>
                <a:cubicBezTo>
                  <a:pt x="34188" y="21479"/>
                  <a:pt x="35799" y="23090"/>
                  <a:pt x="35799" y="25059"/>
                </a:cubicBezTo>
                <a:lnTo>
                  <a:pt x="35799" y="32219"/>
                </a:lnTo>
                <a:cubicBezTo>
                  <a:pt x="35799" y="34188"/>
                  <a:pt x="34188" y="35799"/>
                  <a:pt x="32219" y="35799"/>
                </a:cubicBezTo>
                <a:lnTo>
                  <a:pt x="25059" y="35799"/>
                </a:lnTo>
                <a:cubicBezTo>
                  <a:pt x="23090" y="35799"/>
                  <a:pt x="21479" y="34188"/>
                  <a:pt x="21479" y="32219"/>
                </a:cubicBezTo>
                <a:lnTo>
                  <a:pt x="21479" y="25059"/>
                </a:lnTo>
                <a:close/>
                <a:moveTo>
                  <a:pt x="53698" y="21479"/>
                </a:moveTo>
                <a:lnTo>
                  <a:pt x="60858" y="21479"/>
                </a:lnTo>
                <a:cubicBezTo>
                  <a:pt x="62827" y="21479"/>
                  <a:pt x="64438" y="23090"/>
                  <a:pt x="64438" y="25059"/>
                </a:cubicBezTo>
                <a:lnTo>
                  <a:pt x="64438" y="32219"/>
                </a:lnTo>
                <a:cubicBezTo>
                  <a:pt x="64438" y="34188"/>
                  <a:pt x="62827" y="35799"/>
                  <a:pt x="60858" y="35799"/>
                </a:cubicBezTo>
                <a:lnTo>
                  <a:pt x="53698" y="35799"/>
                </a:lnTo>
                <a:cubicBezTo>
                  <a:pt x="51729" y="35799"/>
                  <a:pt x="50118" y="34188"/>
                  <a:pt x="50118" y="32219"/>
                </a:cubicBezTo>
                <a:lnTo>
                  <a:pt x="50118" y="25059"/>
                </a:lnTo>
                <a:cubicBezTo>
                  <a:pt x="50118" y="23090"/>
                  <a:pt x="51729" y="21479"/>
                  <a:pt x="53698" y="21479"/>
                </a:cubicBezTo>
                <a:close/>
                <a:moveTo>
                  <a:pt x="21479" y="53698"/>
                </a:moveTo>
                <a:cubicBezTo>
                  <a:pt x="21479" y="51729"/>
                  <a:pt x="23090" y="50118"/>
                  <a:pt x="25059" y="50118"/>
                </a:cubicBezTo>
                <a:lnTo>
                  <a:pt x="32219" y="50118"/>
                </a:lnTo>
                <a:cubicBezTo>
                  <a:pt x="34188" y="50118"/>
                  <a:pt x="35799" y="51729"/>
                  <a:pt x="35799" y="53698"/>
                </a:cubicBezTo>
                <a:lnTo>
                  <a:pt x="35799" y="60858"/>
                </a:lnTo>
                <a:cubicBezTo>
                  <a:pt x="35799" y="62827"/>
                  <a:pt x="34188" y="64438"/>
                  <a:pt x="32219" y="64438"/>
                </a:cubicBezTo>
                <a:lnTo>
                  <a:pt x="25059" y="64438"/>
                </a:lnTo>
                <a:cubicBezTo>
                  <a:pt x="23090" y="64438"/>
                  <a:pt x="21479" y="62827"/>
                  <a:pt x="21479" y="60858"/>
                </a:cubicBezTo>
                <a:lnTo>
                  <a:pt x="21479" y="53698"/>
                </a:lnTo>
                <a:close/>
                <a:moveTo>
                  <a:pt x="53698" y="50118"/>
                </a:moveTo>
                <a:lnTo>
                  <a:pt x="60858" y="50118"/>
                </a:lnTo>
                <a:cubicBezTo>
                  <a:pt x="62827" y="50118"/>
                  <a:pt x="64438" y="51729"/>
                  <a:pt x="64438" y="53698"/>
                </a:cubicBezTo>
                <a:lnTo>
                  <a:pt x="64438" y="60858"/>
                </a:lnTo>
                <a:cubicBezTo>
                  <a:pt x="64438" y="62827"/>
                  <a:pt x="62827" y="64438"/>
                  <a:pt x="60858" y="64438"/>
                </a:cubicBezTo>
                <a:lnTo>
                  <a:pt x="53698" y="64438"/>
                </a:lnTo>
                <a:cubicBezTo>
                  <a:pt x="51729" y="64438"/>
                  <a:pt x="50118" y="62827"/>
                  <a:pt x="50118" y="60858"/>
                </a:cubicBezTo>
                <a:lnTo>
                  <a:pt x="50118" y="53698"/>
                </a:lnTo>
                <a:cubicBezTo>
                  <a:pt x="50118" y="51729"/>
                  <a:pt x="51729" y="50118"/>
                  <a:pt x="53698" y="50118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9392665" y="3690330"/>
            <a:ext cx="2376399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dekorasyon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35485" y="4140370"/>
            <a:ext cx="2765702" cy="2708424"/>
          </a:xfrm>
          <a:custGeom>
            <a:avLst/>
            <a:gdLst/>
            <a:ahLst/>
            <a:cxnLst/>
            <a:rect l="l" t="t" r="r" b="b"/>
            <a:pathLst>
              <a:path w="2765702" h="2708424">
                <a:moveTo>
                  <a:pt x="0" y="0"/>
                </a:moveTo>
                <a:lnTo>
                  <a:pt x="2765702" y="0"/>
                </a:lnTo>
                <a:lnTo>
                  <a:pt x="2765702" y="2708424"/>
                </a:lnTo>
                <a:lnTo>
                  <a:pt x="0" y="27084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4588" y="4279474"/>
            <a:ext cx="2487495" cy="654604"/>
          </a:xfrm>
          <a:custGeom>
            <a:avLst/>
            <a:gdLst/>
            <a:ahLst/>
            <a:cxnLst/>
            <a:rect l="l" t="t" r="r" b="b"/>
            <a:pathLst>
              <a:path w="2487495" h="654604">
                <a:moveTo>
                  <a:pt x="65460" y="0"/>
                </a:moveTo>
                <a:lnTo>
                  <a:pt x="2422035" y="0"/>
                </a:lnTo>
                <a:cubicBezTo>
                  <a:pt x="2458188" y="0"/>
                  <a:pt x="2487495" y="29308"/>
                  <a:pt x="2487495" y="65460"/>
                </a:cubicBezTo>
                <a:lnTo>
                  <a:pt x="2487495" y="589144"/>
                </a:lnTo>
                <a:cubicBezTo>
                  <a:pt x="2487495" y="625296"/>
                  <a:pt x="2458188" y="654604"/>
                  <a:pt x="2422035" y="654604"/>
                </a:cubicBezTo>
                <a:lnTo>
                  <a:pt x="65460" y="654604"/>
                </a:lnTo>
                <a:cubicBezTo>
                  <a:pt x="29332" y="654604"/>
                  <a:pt x="0" y="625272"/>
                  <a:pt x="0" y="589144"/>
                </a:cubicBezTo>
                <a:lnTo>
                  <a:pt x="0" y="65460"/>
                </a:lnTo>
                <a:cubicBezTo>
                  <a:pt x="0" y="29332"/>
                  <a:pt x="29332" y="0"/>
                  <a:pt x="6546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8B22"/>
              </a:gs>
              <a:gs pos="100000">
                <a:srgbClr val="8FBC8F"/>
              </a:gs>
            </a:gsLst>
            <a:lin ang="2700000" scaled="1"/>
          </a:gradFill>
          <a:ln/>
        </p:spPr>
      </p:sp>
      <p:sp>
        <p:nvSpPr>
          <p:cNvPr id="60" name="Text 58"/>
          <p:cNvSpPr/>
          <p:nvPr/>
        </p:nvSpPr>
        <p:spPr>
          <a:xfrm>
            <a:off x="474588" y="5032268"/>
            <a:ext cx="25611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DOĞAL YEŞİLLER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74588" y="5326840"/>
            <a:ext cx="2552956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Doğanın sıcaklığını </a:t>
            </a:r>
            <a:r>
              <a:rPr lang="en-US" sz="1031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 canlılığını evlere taşıyor.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74588" y="5850523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228B22"/>
          </a:solidFill>
          <a:ln/>
        </p:spPr>
      </p:sp>
      <p:sp>
        <p:nvSpPr>
          <p:cNvPr id="63" name="Text 61"/>
          <p:cNvSpPr/>
          <p:nvPr/>
        </p:nvSpPr>
        <p:spPr>
          <a:xfrm>
            <a:off x="638239" y="5817793"/>
            <a:ext cx="687334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Orman Yeşili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74588" y="6046905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8FBC8F"/>
          </a:solidFill>
          <a:ln/>
        </p:spPr>
      </p:sp>
      <p:sp>
        <p:nvSpPr>
          <p:cNvPr id="65" name="Text 63"/>
          <p:cNvSpPr/>
          <p:nvPr/>
        </p:nvSpPr>
        <p:spPr>
          <a:xfrm>
            <a:off x="638239" y="6014174"/>
            <a:ext cx="605509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Sage Yeşili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74588" y="6243286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20B2AA"/>
          </a:solidFill>
          <a:ln/>
        </p:spPr>
      </p:sp>
      <p:sp>
        <p:nvSpPr>
          <p:cNvPr id="67" name="Text 65"/>
          <p:cNvSpPr/>
          <p:nvPr/>
        </p:nvSpPr>
        <p:spPr>
          <a:xfrm>
            <a:off x="638239" y="6210556"/>
            <a:ext cx="482770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Yeşili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74588" y="6476489"/>
            <a:ext cx="2487495" cy="8183"/>
          </a:xfrm>
          <a:custGeom>
            <a:avLst/>
            <a:gdLst/>
            <a:ahLst/>
            <a:cxnLst/>
            <a:rect l="l" t="t" r="r" b="b"/>
            <a:pathLst>
              <a:path w="2487495" h="8183">
                <a:moveTo>
                  <a:pt x="0" y="0"/>
                </a:moveTo>
                <a:lnTo>
                  <a:pt x="2487495" y="0"/>
                </a:lnTo>
                <a:lnTo>
                  <a:pt x="2487495" y="8183"/>
                </a:lnTo>
                <a:lnTo>
                  <a:pt x="0" y="81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90953" y="6570588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105449" y="1499"/>
                </a:moveTo>
                <a:cubicBezTo>
                  <a:pt x="106881" y="134"/>
                  <a:pt x="108962" y="-358"/>
                  <a:pt x="110886" y="268"/>
                </a:cubicBezTo>
                <a:cubicBezTo>
                  <a:pt x="113079" y="1007"/>
                  <a:pt x="114556" y="3065"/>
                  <a:pt x="114556" y="5370"/>
                </a:cubicBezTo>
                <a:lnTo>
                  <a:pt x="114556" y="47187"/>
                </a:lnTo>
                <a:cubicBezTo>
                  <a:pt x="114556" y="76542"/>
                  <a:pt x="90369" y="100236"/>
                  <a:pt x="61126" y="100236"/>
                </a:cubicBezTo>
                <a:cubicBezTo>
                  <a:pt x="43898" y="100236"/>
                  <a:pt x="29042" y="89161"/>
                  <a:pt x="23649" y="73678"/>
                </a:cubicBezTo>
                <a:cubicBezTo>
                  <a:pt x="15729" y="80569"/>
                  <a:pt x="10740" y="90705"/>
                  <a:pt x="10740" y="102026"/>
                </a:cubicBezTo>
                <a:cubicBezTo>
                  <a:pt x="10740" y="105002"/>
                  <a:pt x="8346" y="107396"/>
                  <a:pt x="5370" y="107396"/>
                </a:cubicBezTo>
                <a:cubicBezTo>
                  <a:pt x="2394" y="107396"/>
                  <a:pt x="0" y="105002"/>
                  <a:pt x="0" y="102026"/>
                </a:cubicBezTo>
                <a:cubicBezTo>
                  <a:pt x="0" y="85268"/>
                  <a:pt x="8547" y="70501"/>
                  <a:pt x="21502" y="61820"/>
                </a:cubicBezTo>
                <a:cubicBezTo>
                  <a:pt x="29400" y="56540"/>
                  <a:pt x="38819" y="53698"/>
                  <a:pt x="48328" y="53698"/>
                </a:cubicBezTo>
                <a:lnTo>
                  <a:pt x="66228" y="53698"/>
                </a:lnTo>
                <a:cubicBezTo>
                  <a:pt x="69203" y="53698"/>
                  <a:pt x="71597" y="51304"/>
                  <a:pt x="71597" y="48328"/>
                </a:cubicBezTo>
                <a:cubicBezTo>
                  <a:pt x="71597" y="45352"/>
                  <a:pt x="69203" y="42958"/>
                  <a:pt x="66228" y="42958"/>
                </a:cubicBezTo>
                <a:lnTo>
                  <a:pt x="48328" y="42958"/>
                </a:lnTo>
                <a:cubicBezTo>
                  <a:pt x="39446" y="42958"/>
                  <a:pt x="31033" y="44927"/>
                  <a:pt x="23493" y="48440"/>
                </a:cubicBezTo>
                <a:cubicBezTo>
                  <a:pt x="28706" y="32778"/>
                  <a:pt x="43451" y="21479"/>
                  <a:pt x="60858" y="21479"/>
                </a:cubicBezTo>
                <a:cubicBezTo>
                  <a:pt x="75714" y="21479"/>
                  <a:pt x="86767" y="16535"/>
                  <a:pt x="94128" y="11635"/>
                </a:cubicBezTo>
                <a:cubicBezTo>
                  <a:pt x="98424" y="8771"/>
                  <a:pt x="102071" y="5347"/>
                  <a:pt x="105472" y="1499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642962" y="6546040"/>
            <a:ext cx="2376399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Bohem dekorasyon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252052" y="4140370"/>
            <a:ext cx="2765702" cy="2708424"/>
          </a:xfrm>
          <a:custGeom>
            <a:avLst/>
            <a:gdLst/>
            <a:ahLst/>
            <a:cxnLst/>
            <a:rect l="l" t="t" r="r" b="b"/>
            <a:pathLst>
              <a:path w="2765702" h="2708424">
                <a:moveTo>
                  <a:pt x="0" y="0"/>
                </a:moveTo>
                <a:lnTo>
                  <a:pt x="2765702" y="0"/>
                </a:lnTo>
                <a:lnTo>
                  <a:pt x="2765702" y="2708424"/>
                </a:lnTo>
                <a:lnTo>
                  <a:pt x="0" y="27084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395247" y="4283565"/>
            <a:ext cx="2479313" cy="646421"/>
          </a:xfrm>
          <a:custGeom>
            <a:avLst/>
            <a:gdLst/>
            <a:ahLst/>
            <a:cxnLst/>
            <a:rect l="l" t="t" r="r" b="b"/>
            <a:pathLst>
              <a:path w="2479313" h="646421">
                <a:moveTo>
                  <a:pt x="65463" y="0"/>
                </a:moveTo>
                <a:lnTo>
                  <a:pt x="2413850" y="0"/>
                </a:lnTo>
                <a:cubicBezTo>
                  <a:pt x="2450004" y="0"/>
                  <a:pt x="2479313" y="29309"/>
                  <a:pt x="2479313" y="65463"/>
                </a:cubicBezTo>
                <a:lnTo>
                  <a:pt x="2479313" y="580958"/>
                </a:lnTo>
                <a:cubicBezTo>
                  <a:pt x="2479313" y="617113"/>
                  <a:pt x="2450004" y="646421"/>
                  <a:pt x="2413850" y="646421"/>
                </a:cubicBezTo>
                <a:lnTo>
                  <a:pt x="65463" y="646421"/>
                </a:lnTo>
                <a:cubicBezTo>
                  <a:pt x="29309" y="646421"/>
                  <a:pt x="0" y="617113"/>
                  <a:pt x="0" y="580958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0F0F0"/>
              </a:gs>
            </a:gsLst>
            <a:lin ang="2700000" scaled="1"/>
          </a:gradFill>
          <a:ln w="127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91156" y="5032268"/>
            <a:ext cx="25611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KLASİK BEYAZ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3391156" y="5326840"/>
            <a:ext cx="2552956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Her zaman popüler </a:t>
            </a:r>
            <a:r>
              <a:rPr lang="en-US" sz="1031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açıklık ve ferahlık verir.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395247" y="5854615"/>
            <a:ext cx="90008" cy="90008"/>
          </a:xfrm>
          <a:custGeom>
            <a:avLst/>
            <a:gdLst/>
            <a:ahLst/>
            <a:cxnLst/>
            <a:rect l="l" t="t" r="r" b="b"/>
            <a:pathLst>
              <a:path w="90008" h="90008">
                <a:moveTo>
                  <a:pt x="45004" y="0"/>
                </a:moveTo>
                <a:lnTo>
                  <a:pt x="45004" y="0"/>
                </a:lnTo>
                <a:cubicBezTo>
                  <a:pt x="69842" y="0"/>
                  <a:pt x="90008" y="20166"/>
                  <a:pt x="90008" y="45004"/>
                </a:cubicBezTo>
                <a:lnTo>
                  <a:pt x="90008" y="45004"/>
                </a:lnTo>
                <a:cubicBezTo>
                  <a:pt x="90008" y="69842"/>
                  <a:pt x="69842" y="90008"/>
                  <a:pt x="45004" y="90008"/>
                </a:cubicBezTo>
                <a:lnTo>
                  <a:pt x="45004" y="90008"/>
                </a:lnTo>
                <a:cubicBezTo>
                  <a:pt x="20166" y="90008"/>
                  <a:pt x="0" y="69842"/>
                  <a:pt x="0" y="45004"/>
                </a:cubicBezTo>
                <a:lnTo>
                  <a:pt x="0" y="45004"/>
                </a:lnTo>
                <a:cubicBezTo>
                  <a:pt x="0" y="20166"/>
                  <a:pt x="20166" y="0"/>
                  <a:pt x="4500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>
                <a:alpha val="50196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54807" y="5817793"/>
            <a:ext cx="556413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 Beyaz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391156" y="6046905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78" name="Text 76"/>
          <p:cNvSpPr/>
          <p:nvPr/>
        </p:nvSpPr>
        <p:spPr>
          <a:xfrm>
            <a:off x="3554807" y="6014174"/>
            <a:ext cx="597326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Buz Beyazı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3391156" y="6243286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FFFAF0"/>
          </a:solidFill>
          <a:ln/>
        </p:spPr>
      </p:sp>
      <p:sp>
        <p:nvSpPr>
          <p:cNvPr id="80" name="Text 78"/>
          <p:cNvSpPr/>
          <p:nvPr/>
        </p:nvSpPr>
        <p:spPr>
          <a:xfrm>
            <a:off x="3554807" y="6210556"/>
            <a:ext cx="818255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Florasan Beyaz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391156" y="6476489"/>
            <a:ext cx="2487495" cy="8183"/>
          </a:xfrm>
          <a:custGeom>
            <a:avLst/>
            <a:gdLst/>
            <a:ahLst/>
            <a:cxnLst/>
            <a:rect l="l" t="t" r="r" b="b"/>
            <a:pathLst>
              <a:path w="2487495" h="8183">
                <a:moveTo>
                  <a:pt x="0" y="0"/>
                </a:moveTo>
                <a:lnTo>
                  <a:pt x="2487495" y="0"/>
                </a:lnTo>
                <a:lnTo>
                  <a:pt x="2487495" y="8183"/>
                </a:lnTo>
                <a:lnTo>
                  <a:pt x="0" y="81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3414681" y="6570588"/>
            <a:ext cx="100236" cy="114556"/>
          </a:xfrm>
          <a:custGeom>
            <a:avLst/>
            <a:gdLst/>
            <a:ahLst/>
            <a:cxnLst/>
            <a:rect l="l" t="t" r="r" b="b"/>
            <a:pathLst>
              <a:path w="100236" h="114556">
                <a:moveTo>
                  <a:pt x="7160" y="7160"/>
                </a:moveTo>
                <a:cubicBezTo>
                  <a:pt x="3200" y="7160"/>
                  <a:pt x="0" y="10359"/>
                  <a:pt x="0" y="14319"/>
                </a:cubicBezTo>
                <a:lnTo>
                  <a:pt x="0" y="35799"/>
                </a:lnTo>
                <a:cubicBezTo>
                  <a:pt x="0" y="39759"/>
                  <a:pt x="3200" y="42958"/>
                  <a:pt x="7160" y="42958"/>
                </a:cubicBezTo>
                <a:cubicBezTo>
                  <a:pt x="11120" y="42958"/>
                  <a:pt x="14319" y="39759"/>
                  <a:pt x="14319" y="35799"/>
                </a:cubicBezTo>
                <a:lnTo>
                  <a:pt x="14319" y="21479"/>
                </a:lnTo>
                <a:lnTo>
                  <a:pt x="28639" y="21479"/>
                </a:lnTo>
                <a:cubicBezTo>
                  <a:pt x="32599" y="21479"/>
                  <a:pt x="35799" y="18280"/>
                  <a:pt x="35799" y="14319"/>
                </a:cubicBezTo>
                <a:cubicBezTo>
                  <a:pt x="35799" y="10359"/>
                  <a:pt x="32599" y="7160"/>
                  <a:pt x="28639" y="7160"/>
                </a:cubicBezTo>
                <a:lnTo>
                  <a:pt x="7160" y="7160"/>
                </a:lnTo>
                <a:close/>
                <a:moveTo>
                  <a:pt x="14319" y="78757"/>
                </a:moveTo>
                <a:cubicBezTo>
                  <a:pt x="14319" y="74797"/>
                  <a:pt x="11120" y="71597"/>
                  <a:pt x="7160" y="71597"/>
                </a:cubicBezTo>
                <a:cubicBezTo>
                  <a:pt x="3200" y="71597"/>
                  <a:pt x="0" y="74797"/>
                  <a:pt x="0" y="78757"/>
                </a:cubicBezTo>
                <a:lnTo>
                  <a:pt x="0" y="100236"/>
                </a:lnTo>
                <a:cubicBezTo>
                  <a:pt x="0" y="104196"/>
                  <a:pt x="3200" y="107396"/>
                  <a:pt x="7160" y="107396"/>
                </a:cubicBezTo>
                <a:lnTo>
                  <a:pt x="28639" y="107396"/>
                </a:lnTo>
                <a:cubicBezTo>
                  <a:pt x="32599" y="107396"/>
                  <a:pt x="35799" y="104196"/>
                  <a:pt x="35799" y="100236"/>
                </a:cubicBezTo>
                <a:cubicBezTo>
                  <a:pt x="35799" y="96276"/>
                  <a:pt x="32599" y="93077"/>
                  <a:pt x="28639" y="93077"/>
                </a:cubicBezTo>
                <a:lnTo>
                  <a:pt x="14319" y="93077"/>
                </a:lnTo>
                <a:lnTo>
                  <a:pt x="14319" y="78757"/>
                </a:lnTo>
                <a:close/>
                <a:moveTo>
                  <a:pt x="71597" y="7160"/>
                </a:moveTo>
                <a:cubicBezTo>
                  <a:pt x="67637" y="7160"/>
                  <a:pt x="64438" y="10359"/>
                  <a:pt x="64438" y="14319"/>
                </a:cubicBezTo>
                <a:cubicBezTo>
                  <a:pt x="64438" y="18280"/>
                  <a:pt x="67637" y="21479"/>
                  <a:pt x="71597" y="21479"/>
                </a:cubicBezTo>
                <a:lnTo>
                  <a:pt x="85917" y="21479"/>
                </a:lnTo>
                <a:lnTo>
                  <a:pt x="85917" y="35799"/>
                </a:lnTo>
                <a:cubicBezTo>
                  <a:pt x="85917" y="39759"/>
                  <a:pt x="89116" y="42958"/>
                  <a:pt x="93077" y="42958"/>
                </a:cubicBezTo>
                <a:cubicBezTo>
                  <a:pt x="97037" y="42958"/>
                  <a:pt x="100236" y="39759"/>
                  <a:pt x="100236" y="35799"/>
                </a:cubicBezTo>
                <a:lnTo>
                  <a:pt x="100236" y="14319"/>
                </a:lnTo>
                <a:cubicBezTo>
                  <a:pt x="100236" y="10359"/>
                  <a:pt x="97037" y="7160"/>
                  <a:pt x="93077" y="7160"/>
                </a:cubicBezTo>
                <a:lnTo>
                  <a:pt x="71597" y="7160"/>
                </a:lnTo>
                <a:close/>
                <a:moveTo>
                  <a:pt x="100236" y="78757"/>
                </a:moveTo>
                <a:cubicBezTo>
                  <a:pt x="100236" y="74797"/>
                  <a:pt x="97037" y="71597"/>
                  <a:pt x="93077" y="71597"/>
                </a:cubicBezTo>
                <a:cubicBezTo>
                  <a:pt x="89116" y="71597"/>
                  <a:pt x="85917" y="74797"/>
                  <a:pt x="85917" y="78757"/>
                </a:cubicBezTo>
                <a:lnTo>
                  <a:pt x="85917" y="93077"/>
                </a:lnTo>
                <a:lnTo>
                  <a:pt x="71597" y="93077"/>
                </a:lnTo>
                <a:cubicBezTo>
                  <a:pt x="67637" y="93077"/>
                  <a:pt x="64438" y="96276"/>
                  <a:pt x="64438" y="100236"/>
                </a:cubicBezTo>
                <a:cubicBezTo>
                  <a:pt x="64438" y="104196"/>
                  <a:pt x="67637" y="107396"/>
                  <a:pt x="71597" y="107396"/>
                </a:cubicBezTo>
                <a:lnTo>
                  <a:pt x="93077" y="107396"/>
                </a:lnTo>
                <a:cubicBezTo>
                  <a:pt x="97037" y="107396"/>
                  <a:pt x="100236" y="104196"/>
                  <a:pt x="100236" y="100236"/>
                </a:cubicBezTo>
                <a:lnTo>
                  <a:pt x="100236" y="78757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3559530" y="6546040"/>
            <a:ext cx="2376399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 alanlar için ideal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168620" y="4140370"/>
            <a:ext cx="2765702" cy="2708424"/>
          </a:xfrm>
          <a:custGeom>
            <a:avLst/>
            <a:gdLst/>
            <a:ahLst/>
            <a:cxnLst/>
            <a:rect l="l" t="t" r="r" b="b"/>
            <a:pathLst>
              <a:path w="2765702" h="2708424">
                <a:moveTo>
                  <a:pt x="0" y="0"/>
                </a:moveTo>
                <a:lnTo>
                  <a:pt x="2765702" y="0"/>
                </a:lnTo>
                <a:lnTo>
                  <a:pt x="2765702" y="2708424"/>
                </a:lnTo>
                <a:lnTo>
                  <a:pt x="0" y="2708424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07723" y="4279474"/>
            <a:ext cx="2487495" cy="654604"/>
          </a:xfrm>
          <a:custGeom>
            <a:avLst/>
            <a:gdLst/>
            <a:ahLst/>
            <a:cxnLst/>
            <a:rect l="l" t="t" r="r" b="b"/>
            <a:pathLst>
              <a:path w="2487495" h="654604">
                <a:moveTo>
                  <a:pt x="65460" y="0"/>
                </a:moveTo>
                <a:lnTo>
                  <a:pt x="2422035" y="0"/>
                </a:lnTo>
                <a:cubicBezTo>
                  <a:pt x="2458188" y="0"/>
                  <a:pt x="2487495" y="29308"/>
                  <a:pt x="2487495" y="65460"/>
                </a:cubicBezTo>
                <a:lnTo>
                  <a:pt x="2487495" y="589144"/>
                </a:lnTo>
                <a:cubicBezTo>
                  <a:pt x="2487495" y="625296"/>
                  <a:pt x="2458188" y="654604"/>
                  <a:pt x="2422035" y="654604"/>
                </a:cubicBezTo>
                <a:lnTo>
                  <a:pt x="65460" y="654604"/>
                </a:lnTo>
                <a:cubicBezTo>
                  <a:pt x="29332" y="654604"/>
                  <a:pt x="0" y="625272"/>
                  <a:pt x="0" y="589144"/>
                </a:cubicBezTo>
                <a:lnTo>
                  <a:pt x="0" y="65460"/>
                </a:lnTo>
                <a:cubicBezTo>
                  <a:pt x="0" y="29332"/>
                  <a:pt x="29332" y="0"/>
                  <a:pt x="65460" y="0"/>
                </a:cubicBezTo>
                <a:close/>
              </a:path>
            </a:pathLst>
          </a:custGeom>
          <a:gradFill flip="none" rotWithShape="1">
            <a:gsLst>
              <a:gs pos="0">
                <a:srgbClr val="DC143C"/>
              </a:gs>
              <a:gs pos="100000">
                <a:srgbClr val="8B0000"/>
              </a:gs>
            </a:gsLst>
            <a:lin ang="2700000" scaled="1"/>
          </a:gradFill>
          <a:ln/>
        </p:spPr>
      </p:sp>
      <p:sp>
        <p:nvSpPr>
          <p:cNvPr id="86" name="Text 84"/>
          <p:cNvSpPr/>
          <p:nvPr/>
        </p:nvSpPr>
        <p:spPr>
          <a:xfrm>
            <a:off x="6307723" y="5032268"/>
            <a:ext cx="25611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CANLI KIRMIZI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6307723" y="5326840"/>
            <a:ext cx="2552956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Enerjik ve cesur </a:t>
            </a:r>
            <a:r>
              <a:rPr lang="en-US" sz="1031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 seçim! Dikkat çekici.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6307723" y="5850523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DC143C"/>
          </a:solidFill>
          <a:ln/>
        </p:spPr>
      </p:sp>
      <p:sp>
        <p:nvSpPr>
          <p:cNvPr id="89" name="Text 87"/>
          <p:cNvSpPr/>
          <p:nvPr/>
        </p:nvSpPr>
        <p:spPr>
          <a:xfrm>
            <a:off x="6471374" y="5817793"/>
            <a:ext cx="400945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Kırmızı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307723" y="6046905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1" name="Text 89"/>
          <p:cNvSpPr/>
          <p:nvPr/>
        </p:nvSpPr>
        <p:spPr>
          <a:xfrm>
            <a:off x="6471374" y="6014174"/>
            <a:ext cx="360032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Bordo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6307723" y="6243286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FF6347"/>
          </a:solidFill>
          <a:ln/>
        </p:spPr>
      </p:sp>
      <p:sp>
        <p:nvSpPr>
          <p:cNvPr id="93" name="Text 91"/>
          <p:cNvSpPr/>
          <p:nvPr/>
        </p:nvSpPr>
        <p:spPr>
          <a:xfrm>
            <a:off x="6471374" y="6210556"/>
            <a:ext cx="515501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Domates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6307723" y="6476489"/>
            <a:ext cx="2487495" cy="8183"/>
          </a:xfrm>
          <a:custGeom>
            <a:avLst/>
            <a:gdLst/>
            <a:ahLst/>
            <a:cxnLst/>
            <a:rect l="l" t="t" r="r" b="b"/>
            <a:pathLst>
              <a:path w="2487495" h="8183">
                <a:moveTo>
                  <a:pt x="0" y="0"/>
                </a:moveTo>
                <a:lnTo>
                  <a:pt x="2487495" y="0"/>
                </a:lnTo>
                <a:lnTo>
                  <a:pt x="2487495" y="8183"/>
                </a:lnTo>
                <a:lnTo>
                  <a:pt x="0" y="81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6331248" y="6570588"/>
            <a:ext cx="100236" cy="114556"/>
          </a:xfrm>
          <a:custGeom>
            <a:avLst/>
            <a:gdLst/>
            <a:ahLst/>
            <a:cxnLst/>
            <a:rect l="l" t="t" r="r" b="b"/>
            <a:pathLst>
              <a:path w="100236" h="114556">
                <a:moveTo>
                  <a:pt x="35911" y="-5907"/>
                </a:moveTo>
                <a:cubicBezTo>
                  <a:pt x="37991" y="-7652"/>
                  <a:pt x="41057" y="-7585"/>
                  <a:pt x="43048" y="-5705"/>
                </a:cubicBezTo>
                <a:cubicBezTo>
                  <a:pt x="45800" y="-3110"/>
                  <a:pt x="48261" y="-246"/>
                  <a:pt x="50633" y="2663"/>
                </a:cubicBezTo>
                <a:cubicBezTo>
                  <a:pt x="53653" y="6354"/>
                  <a:pt x="57278" y="11232"/>
                  <a:pt x="60768" y="17027"/>
                </a:cubicBezTo>
                <a:cubicBezTo>
                  <a:pt x="61932" y="15505"/>
                  <a:pt x="63006" y="14163"/>
                  <a:pt x="63945" y="13022"/>
                </a:cubicBezTo>
                <a:cubicBezTo>
                  <a:pt x="64191" y="12731"/>
                  <a:pt x="64438" y="12418"/>
                  <a:pt x="64684" y="12104"/>
                </a:cubicBezTo>
                <a:cubicBezTo>
                  <a:pt x="66451" y="9912"/>
                  <a:pt x="68644" y="7160"/>
                  <a:pt x="71575" y="7160"/>
                </a:cubicBezTo>
                <a:cubicBezTo>
                  <a:pt x="74573" y="7160"/>
                  <a:pt x="76676" y="9822"/>
                  <a:pt x="78466" y="12104"/>
                </a:cubicBezTo>
                <a:cubicBezTo>
                  <a:pt x="78757" y="12485"/>
                  <a:pt x="79048" y="12843"/>
                  <a:pt x="79339" y="13178"/>
                </a:cubicBezTo>
                <a:cubicBezTo>
                  <a:pt x="81643" y="15953"/>
                  <a:pt x="84709" y="19958"/>
                  <a:pt x="87774" y="24902"/>
                </a:cubicBezTo>
                <a:cubicBezTo>
                  <a:pt x="93860" y="34725"/>
                  <a:pt x="100214" y="48709"/>
                  <a:pt x="100214" y="64415"/>
                </a:cubicBezTo>
                <a:cubicBezTo>
                  <a:pt x="100214" y="92092"/>
                  <a:pt x="77773" y="114533"/>
                  <a:pt x="50096" y="114533"/>
                </a:cubicBezTo>
                <a:cubicBezTo>
                  <a:pt x="22419" y="114533"/>
                  <a:pt x="0" y="92114"/>
                  <a:pt x="0" y="64438"/>
                </a:cubicBezTo>
                <a:cubicBezTo>
                  <a:pt x="0" y="44055"/>
                  <a:pt x="9196" y="26402"/>
                  <a:pt x="18011" y="14096"/>
                </a:cubicBezTo>
                <a:cubicBezTo>
                  <a:pt x="22464" y="7898"/>
                  <a:pt x="26894" y="2931"/>
                  <a:pt x="30227" y="-470"/>
                </a:cubicBezTo>
                <a:cubicBezTo>
                  <a:pt x="32062" y="-2349"/>
                  <a:pt x="33919" y="-4206"/>
                  <a:pt x="35933" y="-5884"/>
                </a:cubicBezTo>
                <a:close/>
                <a:moveTo>
                  <a:pt x="50498" y="93077"/>
                </a:moveTo>
                <a:cubicBezTo>
                  <a:pt x="56159" y="93077"/>
                  <a:pt x="61171" y="91510"/>
                  <a:pt x="65892" y="88378"/>
                </a:cubicBezTo>
                <a:cubicBezTo>
                  <a:pt x="75311" y="81800"/>
                  <a:pt x="77840" y="68644"/>
                  <a:pt x="72179" y="58307"/>
                </a:cubicBezTo>
                <a:cubicBezTo>
                  <a:pt x="71172" y="56293"/>
                  <a:pt x="68599" y="56159"/>
                  <a:pt x="67145" y="57860"/>
                </a:cubicBezTo>
                <a:lnTo>
                  <a:pt x="61507" y="64415"/>
                </a:lnTo>
                <a:cubicBezTo>
                  <a:pt x="60030" y="66116"/>
                  <a:pt x="57367" y="66071"/>
                  <a:pt x="55980" y="64303"/>
                </a:cubicBezTo>
                <a:cubicBezTo>
                  <a:pt x="52109" y="59359"/>
                  <a:pt x="44994" y="50342"/>
                  <a:pt x="41370" y="45733"/>
                </a:cubicBezTo>
                <a:cubicBezTo>
                  <a:pt x="40162" y="44189"/>
                  <a:pt x="37969" y="43943"/>
                  <a:pt x="36559" y="45308"/>
                </a:cubicBezTo>
                <a:cubicBezTo>
                  <a:pt x="32465" y="49290"/>
                  <a:pt x="25037" y="58016"/>
                  <a:pt x="25037" y="68644"/>
                </a:cubicBezTo>
                <a:cubicBezTo>
                  <a:pt x="25037" y="83993"/>
                  <a:pt x="36358" y="93077"/>
                  <a:pt x="50476" y="9307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6" name="Text 94"/>
          <p:cNvSpPr/>
          <p:nvPr/>
        </p:nvSpPr>
        <p:spPr>
          <a:xfrm>
            <a:off x="6476097" y="6546040"/>
            <a:ext cx="2376399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Aksan duvarlar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9085188" y="4140370"/>
            <a:ext cx="2765702" cy="2708424"/>
          </a:xfrm>
          <a:custGeom>
            <a:avLst/>
            <a:gdLst/>
            <a:ahLst/>
            <a:cxnLst/>
            <a:rect l="l" t="t" r="r" b="b"/>
            <a:pathLst>
              <a:path w="2765702" h="2708424">
                <a:moveTo>
                  <a:pt x="0" y="0"/>
                </a:moveTo>
                <a:lnTo>
                  <a:pt x="2765702" y="0"/>
                </a:lnTo>
                <a:lnTo>
                  <a:pt x="2765702" y="2708424"/>
                </a:lnTo>
                <a:lnTo>
                  <a:pt x="0" y="2708424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224291" y="4279474"/>
            <a:ext cx="2487495" cy="654604"/>
          </a:xfrm>
          <a:custGeom>
            <a:avLst/>
            <a:gdLst/>
            <a:ahLst/>
            <a:cxnLst/>
            <a:rect l="l" t="t" r="r" b="b"/>
            <a:pathLst>
              <a:path w="2487495" h="654604">
                <a:moveTo>
                  <a:pt x="65460" y="0"/>
                </a:moveTo>
                <a:lnTo>
                  <a:pt x="2422035" y="0"/>
                </a:lnTo>
                <a:cubicBezTo>
                  <a:pt x="2458188" y="0"/>
                  <a:pt x="2487495" y="29308"/>
                  <a:pt x="2487495" y="65460"/>
                </a:cubicBezTo>
                <a:lnTo>
                  <a:pt x="2487495" y="589144"/>
                </a:lnTo>
                <a:cubicBezTo>
                  <a:pt x="2487495" y="625296"/>
                  <a:pt x="2458188" y="654604"/>
                  <a:pt x="2422035" y="654604"/>
                </a:cubicBezTo>
                <a:lnTo>
                  <a:pt x="65460" y="654604"/>
                </a:lnTo>
                <a:cubicBezTo>
                  <a:pt x="29332" y="654604"/>
                  <a:pt x="0" y="625272"/>
                  <a:pt x="0" y="589144"/>
                </a:cubicBezTo>
                <a:lnTo>
                  <a:pt x="0" y="65460"/>
                </a:lnTo>
                <a:cubicBezTo>
                  <a:pt x="0" y="29332"/>
                  <a:pt x="29332" y="0"/>
                  <a:pt x="65460" y="0"/>
                </a:cubicBezTo>
                <a:close/>
              </a:path>
            </a:pathLst>
          </a:custGeom>
          <a:gradFill flip="none" rotWithShape="1">
            <a:gsLst>
              <a:gs pos="0">
                <a:srgbClr val="800080"/>
              </a:gs>
              <a:gs pos="100000">
                <a:srgbClr val="4B0082"/>
              </a:gs>
            </a:gsLst>
            <a:lin ang="2700000" scaled="1"/>
          </a:gradFill>
          <a:ln/>
        </p:spPr>
      </p:sp>
      <p:sp>
        <p:nvSpPr>
          <p:cNvPr id="99" name="Text 97"/>
          <p:cNvSpPr/>
          <p:nvPr/>
        </p:nvSpPr>
        <p:spPr>
          <a:xfrm>
            <a:off x="9224291" y="5032268"/>
            <a:ext cx="25611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 TONLARI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9224291" y="5326840"/>
            <a:ext cx="2552956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Lüks ve sofistike </a:t>
            </a:r>
            <a:r>
              <a:rPr lang="en-US" sz="1031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atmosfer yaratır.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9224291" y="5850523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800080"/>
          </a:solidFill>
          <a:ln/>
        </p:spPr>
      </p:sp>
      <p:sp>
        <p:nvSpPr>
          <p:cNvPr id="102" name="Text 100"/>
          <p:cNvSpPr/>
          <p:nvPr/>
        </p:nvSpPr>
        <p:spPr>
          <a:xfrm>
            <a:off x="9387942" y="5817793"/>
            <a:ext cx="261842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9224291" y="6046905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4B0082"/>
          </a:solidFill>
          <a:ln/>
        </p:spPr>
      </p:sp>
      <p:sp>
        <p:nvSpPr>
          <p:cNvPr id="104" name="Text 102"/>
          <p:cNvSpPr/>
          <p:nvPr/>
        </p:nvSpPr>
        <p:spPr>
          <a:xfrm>
            <a:off x="9387942" y="6014174"/>
            <a:ext cx="376397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Indigo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9224291" y="6243286"/>
            <a:ext cx="98191" cy="98191"/>
          </a:xfrm>
          <a:custGeom>
            <a:avLst/>
            <a:gdLst/>
            <a:ahLst/>
            <a:cxnLst/>
            <a:rect l="l" t="t" r="r" b="b"/>
            <a:pathLst>
              <a:path w="98191" h="98191">
                <a:moveTo>
                  <a:pt x="49095" y="0"/>
                </a:moveTo>
                <a:lnTo>
                  <a:pt x="49095" y="0"/>
                </a:lnTo>
                <a:cubicBezTo>
                  <a:pt x="76192" y="0"/>
                  <a:pt x="98191" y="21999"/>
                  <a:pt x="98191" y="49095"/>
                </a:cubicBezTo>
                <a:lnTo>
                  <a:pt x="98191" y="49095"/>
                </a:lnTo>
                <a:cubicBezTo>
                  <a:pt x="98191" y="76192"/>
                  <a:pt x="76192" y="98191"/>
                  <a:pt x="49095" y="98191"/>
                </a:cubicBezTo>
                <a:lnTo>
                  <a:pt x="49095" y="98191"/>
                </a:lnTo>
                <a:cubicBezTo>
                  <a:pt x="21999" y="98191"/>
                  <a:pt x="0" y="76192"/>
                  <a:pt x="0" y="49095"/>
                </a:cubicBezTo>
                <a:lnTo>
                  <a:pt x="0" y="49095"/>
                </a:lnTo>
                <a:cubicBezTo>
                  <a:pt x="0" y="21999"/>
                  <a:pt x="21999" y="0"/>
                  <a:pt x="49095" y="0"/>
                </a:cubicBezTo>
                <a:close/>
              </a:path>
            </a:pathLst>
          </a:custGeom>
          <a:solidFill>
            <a:srgbClr val="DA70D6"/>
          </a:solidFill>
          <a:ln/>
        </p:spPr>
      </p:sp>
      <p:sp>
        <p:nvSpPr>
          <p:cNvPr id="106" name="Text 104"/>
          <p:cNvSpPr/>
          <p:nvPr/>
        </p:nvSpPr>
        <p:spPr>
          <a:xfrm>
            <a:off x="9387942" y="6210556"/>
            <a:ext cx="392762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Orkide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9224291" y="6476489"/>
            <a:ext cx="2487495" cy="8183"/>
          </a:xfrm>
          <a:custGeom>
            <a:avLst/>
            <a:gdLst/>
            <a:ahLst/>
            <a:cxnLst/>
            <a:rect l="l" t="t" r="r" b="b"/>
            <a:pathLst>
              <a:path w="2487495" h="8183">
                <a:moveTo>
                  <a:pt x="0" y="0"/>
                </a:moveTo>
                <a:lnTo>
                  <a:pt x="2487495" y="0"/>
                </a:lnTo>
                <a:lnTo>
                  <a:pt x="2487495" y="8183"/>
                </a:lnTo>
                <a:lnTo>
                  <a:pt x="0" y="81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9240656" y="6570588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26111" y="7562"/>
                </a:moveTo>
                <a:cubicBezTo>
                  <a:pt x="27117" y="6198"/>
                  <a:pt x="28728" y="5370"/>
                  <a:pt x="30429" y="5370"/>
                </a:cubicBezTo>
                <a:lnTo>
                  <a:pt x="84127" y="5370"/>
                </a:lnTo>
                <a:cubicBezTo>
                  <a:pt x="85827" y="5370"/>
                  <a:pt x="87438" y="6175"/>
                  <a:pt x="88445" y="7562"/>
                </a:cubicBezTo>
                <a:lnTo>
                  <a:pt x="113504" y="41571"/>
                </a:lnTo>
                <a:cubicBezTo>
                  <a:pt x="115026" y="43630"/>
                  <a:pt x="114869" y="46471"/>
                  <a:pt x="113169" y="48373"/>
                </a:cubicBezTo>
                <a:lnTo>
                  <a:pt x="61260" y="105651"/>
                </a:lnTo>
                <a:cubicBezTo>
                  <a:pt x="60254" y="106769"/>
                  <a:pt x="58799" y="107418"/>
                  <a:pt x="57278" y="107418"/>
                </a:cubicBezTo>
                <a:cubicBezTo>
                  <a:pt x="55756" y="107418"/>
                  <a:pt x="54324" y="106769"/>
                  <a:pt x="53295" y="105651"/>
                </a:cubicBezTo>
                <a:lnTo>
                  <a:pt x="1387" y="48373"/>
                </a:lnTo>
                <a:cubicBezTo>
                  <a:pt x="-336" y="46471"/>
                  <a:pt x="-470" y="43630"/>
                  <a:pt x="1052" y="41571"/>
                </a:cubicBezTo>
                <a:lnTo>
                  <a:pt x="26111" y="7562"/>
                </a:lnTo>
                <a:close/>
                <a:moveTo>
                  <a:pt x="34725" y="16467"/>
                </a:moveTo>
                <a:cubicBezTo>
                  <a:pt x="33986" y="17027"/>
                  <a:pt x="33785" y="18034"/>
                  <a:pt x="34255" y="18817"/>
                </a:cubicBezTo>
                <a:lnTo>
                  <a:pt x="47098" y="40229"/>
                </a:lnTo>
                <a:lnTo>
                  <a:pt x="14163" y="42958"/>
                </a:lnTo>
                <a:cubicBezTo>
                  <a:pt x="13246" y="43026"/>
                  <a:pt x="12530" y="43809"/>
                  <a:pt x="12530" y="44748"/>
                </a:cubicBezTo>
                <a:cubicBezTo>
                  <a:pt x="12530" y="45688"/>
                  <a:pt x="13246" y="46449"/>
                  <a:pt x="14163" y="46538"/>
                </a:cubicBezTo>
                <a:lnTo>
                  <a:pt x="57121" y="50118"/>
                </a:lnTo>
                <a:cubicBezTo>
                  <a:pt x="57211" y="50118"/>
                  <a:pt x="57323" y="50118"/>
                  <a:pt x="57412" y="50118"/>
                </a:cubicBezTo>
                <a:lnTo>
                  <a:pt x="100370" y="46538"/>
                </a:lnTo>
                <a:cubicBezTo>
                  <a:pt x="101288" y="46471"/>
                  <a:pt x="102004" y="45688"/>
                  <a:pt x="102004" y="44748"/>
                </a:cubicBezTo>
                <a:cubicBezTo>
                  <a:pt x="102004" y="43809"/>
                  <a:pt x="101288" y="43048"/>
                  <a:pt x="100370" y="42958"/>
                </a:cubicBezTo>
                <a:lnTo>
                  <a:pt x="67436" y="40206"/>
                </a:lnTo>
                <a:lnTo>
                  <a:pt x="80278" y="18817"/>
                </a:lnTo>
                <a:cubicBezTo>
                  <a:pt x="80748" y="18034"/>
                  <a:pt x="80547" y="17004"/>
                  <a:pt x="79809" y="16467"/>
                </a:cubicBezTo>
                <a:cubicBezTo>
                  <a:pt x="79070" y="15930"/>
                  <a:pt x="78041" y="16020"/>
                  <a:pt x="77415" y="16691"/>
                </a:cubicBezTo>
                <a:lnTo>
                  <a:pt x="57278" y="38528"/>
                </a:lnTo>
                <a:lnTo>
                  <a:pt x="37119" y="16691"/>
                </a:lnTo>
                <a:cubicBezTo>
                  <a:pt x="36492" y="16020"/>
                  <a:pt x="35463" y="15930"/>
                  <a:pt x="34725" y="1646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09" name="Text 107"/>
          <p:cNvSpPr/>
          <p:nvPr/>
        </p:nvSpPr>
        <p:spPr>
          <a:xfrm>
            <a:off x="9392665" y="6546040"/>
            <a:ext cx="2376399" cy="163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2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Lüks mekanlar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71694c4cec3794a8d16672ad9a3d7416819de1f6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5000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4311" y="1428750"/>
            <a:ext cx="1771650" cy="533400"/>
          </a:xfrm>
          <a:custGeom>
            <a:avLst/>
            <a:gdLst/>
            <a:ahLst/>
            <a:cxnLst/>
            <a:rect l="l" t="t" r="r" b="b"/>
            <a:pathLst>
              <a:path w="1771650" h="533400">
                <a:moveTo>
                  <a:pt x="0" y="0"/>
                </a:moveTo>
                <a:lnTo>
                  <a:pt x="1771650" y="0"/>
                </a:lnTo>
                <a:lnTo>
                  <a:pt x="17716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575182" y="1524000"/>
            <a:ext cx="150109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BÖLÜM 08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90750"/>
            <a:ext cx="76390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SEKTÖR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İNOVASYONLARI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053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86350"/>
            <a:ext cx="732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Sektöründe Yenilikler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5382" y="345382"/>
            <a:ext cx="1631932" cy="276306"/>
          </a:xfrm>
          <a:custGeom>
            <a:avLst/>
            <a:gdLst/>
            <a:ahLst/>
            <a:cxnLst/>
            <a:rect l="l" t="t" r="r" b="b"/>
            <a:pathLst>
              <a:path w="1631932" h="276306">
                <a:moveTo>
                  <a:pt x="0" y="0"/>
                </a:moveTo>
                <a:lnTo>
                  <a:pt x="1631932" y="0"/>
                </a:lnTo>
                <a:lnTo>
                  <a:pt x="1631932" y="276306"/>
                </a:lnTo>
                <a:lnTo>
                  <a:pt x="0" y="276306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" name="Text 1"/>
          <p:cNvSpPr/>
          <p:nvPr/>
        </p:nvSpPr>
        <p:spPr>
          <a:xfrm>
            <a:off x="448997" y="405824"/>
            <a:ext cx="1488922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SEKTÖR İNOVASYONLARI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5382" y="725303"/>
            <a:ext cx="11656657" cy="34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Boya Sektöründeki Yenilikçi Gelişmeler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5382" y="1174300"/>
            <a:ext cx="828918" cy="34538"/>
          </a:xfrm>
          <a:custGeom>
            <a:avLst/>
            <a:gdLst/>
            <a:ahLst/>
            <a:cxnLst/>
            <a:rect l="l" t="t" r="r" b="b"/>
            <a:pathLst>
              <a:path w="828918" h="34538">
                <a:moveTo>
                  <a:pt x="0" y="0"/>
                </a:moveTo>
                <a:lnTo>
                  <a:pt x="828918" y="0"/>
                </a:lnTo>
                <a:lnTo>
                  <a:pt x="828918" y="34538"/>
                </a:lnTo>
                <a:lnTo>
                  <a:pt x="0" y="34538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354017" y="1355626"/>
            <a:ext cx="5647003" cy="2193178"/>
          </a:xfrm>
          <a:custGeom>
            <a:avLst/>
            <a:gdLst/>
            <a:ahLst/>
            <a:cxnLst/>
            <a:rect l="l" t="t" r="r" b="b"/>
            <a:pathLst>
              <a:path w="5647003" h="2193178">
                <a:moveTo>
                  <a:pt x="0" y="0"/>
                </a:moveTo>
                <a:lnTo>
                  <a:pt x="5647003" y="0"/>
                </a:lnTo>
                <a:lnTo>
                  <a:pt x="5647003" y="2193178"/>
                </a:lnTo>
                <a:lnTo>
                  <a:pt x="0" y="2193178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5343" y="1536952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0" y="0"/>
                </a:moveTo>
                <a:lnTo>
                  <a:pt x="483535" y="0"/>
                </a:lnTo>
                <a:lnTo>
                  <a:pt x="483535" y="483535"/>
                </a:lnTo>
                <a:lnTo>
                  <a:pt x="0" y="483535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Shape 6"/>
          <p:cNvSpPr/>
          <p:nvPr/>
        </p:nvSpPr>
        <p:spPr>
          <a:xfrm>
            <a:off x="686448" y="1675105"/>
            <a:ext cx="181326" cy="207229"/>
          </a:xfrm>
          <a:custGeom>
            <a:avLst/>
            <a:gdLst/>
            <a:ahLst/>
            <a:cxnLst/>
            <a:rect l="l" t="t" r="r" b="b"/>
            <a:pathLst>
              <a:path w="181326" h="207229">
                <a:moveTo>
                  <a:pt x="116567" y="0"/>
                </a:moveTo>
                <a:lnTo>
                  <a:pt x="51807" y="0"/>
                </a:lnTo>
                <a:cubicBezTo>
                  <a:pt x="44643" y="0"/>
                  <a:pt x="38856" y="5788"/>
                  <a:pt x="38856" y="12952"/>
                </a:cubicBezTo>
                <a:cubicBezTo>
                  <a:pt x="38856" y="20116"/>
                  <a:pt x="44643" y="25904"/>
                  <a:pt x="51807" y="25904"/>
                </a:cubicBezTo>
                <a:lnTo>
                  <a:pt x="51807" y="87223"/>
                </a:lnTo>
                <a:lnTo>
                  <a:pt x="3036" y="172543"/>
                </a:lnTo>
                <a:cubicBezTo>
                  <a:pt x="1052" y="176064"/>
                  <a:pt x="0" y="179990"/>
                  <a:pt x="0" y="184038"/>
                </a:cubicBezTo>
                <a:cubicBezTo>
                  <a:pt x="0" y="196868"/>
                  <a:pt x="10361" y="207229"/>
                  <a:pt x="23192" y="207229"/>
                </a:cubicBezTo>
                <a:lnTo>
                  <a:pt x="158134" y="207229"/>
                </a:lnTo>
                <a:cubicBezTo>
                  <a:pt x="170924" y="207229"/>
                  <a:pt x="181326" y="196868"/>
                  <a:pt x="181326" y="184038"/>
                </a:cubicBezTo>
                <a:cubicBezTo>
                  <a:pt x="181326" y="179990"/>
                  <a:pt x="180273" y="176024"/>
                  <a:pt x="178290" y="172543"/>
                </a:cubicBezTo>
                <a:lnTo>
                  <a:pt x="129518" y="87223"/>
                </a:lnTo>
                <a:lnTo>
                  <a:pt x="129518" y="25904"/>
                </a:lnTo>
                <a:cubicBezTo>
                  <a:pt x="136682" y="25904"/>
                  <a:pt x="142470" y="20116"/>
                  <a:pt x="142470" y="12952"/>
                </a:cubicBezTo>
                <a:cubicBezTo>
                  <a:pt x="142470" y="5788"/>
                  <a:pt x="136682" y="0"/>
                  <a:pt x="129518" y="0"/>
                </a:cubicBezTo>
                <a:lnTo>
                  <a:pt x="116567" y="0"/>
                </a:lnTo>
                <a:close/>
                <a:moveTo>
                  <a:pt x="77711" y="87223"/>
                </a:moveTo>
                <a:lnTo>
                  <a:pt x="77711" y="25904"/>
                </a:lnTo>
                <a:lnTo>
                  <a:pt x="103615" y="25904"/>
                </a:lnTo>
                <a:lnTo>
                  <a:pt x="103615" y="87223"/>
                </a:lnTo>
                <a:cubicBezTo>
                  <a:pt x="103615" y="91715"/>
                  <a:pt x="104788" y="96167"/>
                  <a:pt x="107015" y="100093"/>
                </a:cubicBezTo>
                <a:lnTo>
                  <a:pt x="123852" y="129518"/>
                </a:lnTo>
                <a:lnTo>
                  <a:pt x="57474" y="129518"/>
                </a:lnTo>
                <a:lnTo>
                  <a:pt x="74311" y="100093"/>
                </a:lnTo>
                <a:cubicBezTo>
                  <a:pt x="76537" y="96167"/>
                  <a:pt x="77711" y="91756"/>
                  <a:pt x="77711" y="87223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157031" y="1554221"/>
            <a:ext cx="2150006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YENİ NESİL ÜRÜNLER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7031" y="1830527"/>
            <a:ext cx="2106833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 İnovasyonları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5343" y="2158640"/>
            <a:ext cx="5353428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 yılında sektöre </a:t>
            </a:r>
            <a:r>
              <a:rPr lang="en-US" sz="1088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14 yeni ürün </a:t>
            </a:r>
            <a:r>
              <a:rPr lang="en-US" sz="108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kazandırıldı. </a:t>
            </a:r>
            <a:r>
              <a:rPr lang="en-US" sz="1088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30'dan fazla yeni ürün </a:t>
            </a:r>
            <a:r>
              <a:rPr lang="en-US" sz="108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üzerinde çalışmalar devam ediyor.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5343" y="2711252"/>
            <a:ext cx="2590368" cy="656227"/>
          </a:xfrm>
          <a:custGeom>
            <a:avLst/>
            <a:gdLst/>
            <a:ahLst/>
            <a:cxnLst/>
            <a:rect l="l" t="t" r="r" b="b"/>
            <a:pathLst>
              <a:path w="2590368" h="656227">
                <a:moveTo>
                  <a:pt x="0" y="0"/>
                </a:moveTo>
                <a:lnTo>
                  <a:pt x="2590368" y="0"/>
                </a:lnTo>
                <a:lnTo>
                  <a:pt x="2590368" y="656227"/>
                </a:lnTo>
                <a:lnTo>
                  <a:pt x="0" y="6562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87150" y="2814867"/>
            <a:ext cx="2486754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737" y="3091173"/>
            <a:ext cx="244358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Yeni Ürün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28246" y="2711252"/>
            <a:ext cx="2590368" cy="656227"/>
          </a:xfrm>
          <a:custGeom>
            <a:avLst/>
            <a:gdLst/>
            <a:ahLst/>
            <a:cxnLst/>
            <a:rect l="l" t="t" r="r" b="b"/>
            <a:pathLst>
              <a:path w="2590368" h="656227">
                <a:moveTo>
                  <a:pt x="0" y="0"/>
                </a:moveTo>
                <a:lnTo>
                  <a:pt x="2590368" y="0"/>
                </a:lnTo>
                <a:lnTo>
                  <a:pt x="2590368" y="656227"/>
                </a:lnTo>
                <a:lnTo>
                  <a:pt x="0" y="6562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80054" y="2814867"/>
            <a:ext cx="2486754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01640" y="3091173"/>
            <a:ext cx="244358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Geliştirme Aşamasında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4017" y="3704227"/>
            <a:ext cx="5647003" cy="2296793"/>
          </a:xfrm>
          <a:custGeom>
            <a:avLst/>
            <a:gdLst/>
            <a:ahLst/>
            <a:cxnLst/>
            <a:rect l="l" t="t" r="r" b="b"/>
            <a:pathLst>
              <a:path w="5647003" h="2296793">
                <a:moveTo>
                  <a:pt x="0" y="0"/>
                </a:moveTo>
                <a:lnTo>
                  <a:pt x="5647003" y="0"/>
                </a:lnTo>
                <a:lnTo>
                  <a:pt x="5647003" y="2296793"/>
                </a:lnTo>
                <a:lnTo>
                  <a:pt x="0" y="22967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5343" y="3885552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0" y="0"/>
                </a:moveTo>
                <a:lnTo>
                  <a:pt x="483535" y="0"/>
                </a:lnTo>
                <a:lnTo>
                  <a:pt x="483535" y="483535"/>
                </a:lnTo>
                <a:lnTo>
                  <a:pt x="0" y="483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73496" y="4023705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12952" y="12952"/>
                </a:moveTo>
                <a:cubicBezTo>
                  <a:pt x="5788" y="12952"/>
                  <a:pt x="0" y="18740"/>
                  <a:pt x="0" y="25904"/>
                </a:cubicBezTo>
                <a:lnTo>
                  <a:pt x="0" y="174850"/>
                </a:lnTo>
                <a:cubicBezTo>
                  <a:pt x="0" y="185576"/>
                  <a:pt x="8702" y="194278"/>
                  <a:pt x="19428" y="194278"/>
                </a:cubicBezTo>
                <a:lnTo>
                  <a:pt x="187802" y="194278"/>
                </a:lnTo>
                <a:cubicBezTo>
                  <a:pt x="198527" y="194278"/>
                  <a:pt x="207229" y="185576"/>
                  <a:pt x="207229" y="174850"/>
                </a:cubicBezTo>
                <a:lnTo>
                  <a:pt x="207229" y="61602"/>
                </a:lnTo>
                <a:cubicBezTo>
                  <a:pt x="207229" y="54236"/>
                  <a:pt x="199377" y="49581"/>
                  <a:pt x="192901" y="53062"/>
                </a:cubicBezTo>
                <a:lnTo>
                  <a:pt x="129518" y="87182"/>
                </a:lnTo>
                <a:lnTo>
                  <a:pt x="129518" y="61602"/>
                </a:lnTo>
                <a:cubicBezTo>
                  <a:pt x="129518" y="54236"/>
                  <a:pt x="121666" y="49581"/>
                  <a:pt x="115190" y="53062"/>
                </a:cubicBezTo>
                <a:lnTo>
                  <a:pt x="51807" y="87182"/>
                </a:lnTo>
                <a:lnTo>
                  <a:pt x="51807" y="25904"/>
                </a:lnTo>
                <a:cubicBezTo>
                  <a:pt x="51807" y="18740"/>
                  <a:pt x="46020" y="12952"/>
                  <a:pt x="38856" y="12952"/>
                </a:cubicBezTo>
                <a:lnTo>
                  <a:pt x="12952" y="129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57031" y="3902822"/>
            <a:ext cx="2383139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BAZLI ENDÜSTRİYEL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7031" y="4179127"/>
            <a:ext cx="2339966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Yüksek Performans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5343" y="4507241"/>
            <a:ext cx="5353428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Yeni nesil boyalar hem </a:t>
            </a:r>
            <a:r>
              <a:rPr lang="en-US" sz="1088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yüksek performans </a:t>
            </a:r>
            <a:r>
              <a:rPr lang="en-US" sz="108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sağlıyor hem de </a:t>
            </a:r>
            <a:r>
              <a:rPr lang="en-US" sz="1088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çevreye duyarlı </a:t>
            </a:r>
            <a:r>
              <a:rPr lang="en-US" sz="108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kimyasal bileşenlerle formüle ediliyor.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2612" y="5094391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138153"/>
                </a:moveTo>
                <a:cubicBezTo>
                  <a:pt x="107201" y="138153"/>
                  <a:pt x="138153" y="107201"/>
                  <a:pt x="138153" y="69076"/>
                </a:cubicBezTo>
                <a:cubicBezTo>
                  <a:pt x="138153" y="30952"/>
                  <a:pt x="107201" y="0"/>
                  <a:pt x="69076" y="0"/>
                </a:cubicBezTo>
                <a:cubicBezTo>
                  <a:pt x="30952" y="0"/>
                  <a:pt x="0" y="30952"/>
                  <a:pt x="0" y="69076"/>
                </a:cubicBezTo>
                <a:cubicBezTo>
                  <a:pt x="0" y="107201"/>
                  <a:pt x="30952" y="138153"/>
                  <a:pt x="69076" y="138153"/>
                </a:cubicBezTo>
                <a:close/>
                <a:moveTo>
                  <a:pt x="91850" y="57393"/>
                </a:moveTo>
                <a:lnTo>
                  <a:pt x="70264" y="91931"/>
                </a:lnTo>
                <a:cubicBezTo>
                  <a:pt x="69130" y="93739"/>
                  <a:pt x="67188" y="94872"/>
                  <a:pt x="65056" y="94980"/>
                </a:cubicBezTo>
                <a:cubicBezTo>
                  <a:pt x="62924" y="95088"/>
                  <a:pt x="60874" y="94117"/>
                  <a:pt x="59605" y="92390"/>
                </a:cubicBezTo>
                <a:lnTo>
                  <a:pt x="46654" y="75121"/>
                </a:lnTo>
                <a:cubicBezTo>
                  <a:pt x="44495" y="72260"/>
                  <a:pt x="45089" y="68213"/>
                  <a:pt x="47949" y="66054"/>
                </a:cubicBezTo>
                <a:cubicBezTo>
                  <a:pt x="50809" y="63896"/>
                  <a:pt x="54856" y="64489"/>
                  <a:pt x="57015" y="67350"/>
                </a:cubicBezTo>
                <a:lnTo>
                  <a:pt x="64300" y="77063"/>
                </a:lnTo>
                <a:lnTo>
                  <a:pt x="80868" y="50539"/>
                </a:lnTo>
                <a:cubicBezTo>
                  <a:pt x="82757" y="47517"/>
                  <a:pt x="86750" y="46573"/>
                  <a:pt x="89799" y="48488"/>
                </a:cubicBezTo>
                <a:cubicBezTo>
                  <a:pt x="92849" y="50404"/>
                  <a:pt x="93766" y="54371"/>
                  <a:pt x="91850" y="5742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11649" y="5059853"/>
            <a:ext cx="200321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Metal yüzeylerden betona kadar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2612" y="5370697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138153"/>
                </a:moveTo>
                <a:cubicBezTo>
                  <a:pt x="107201" y="138153"/>
                  <a:pt x="138153" y="107201"/>
                  <a:pt x="138153" y="69076"/>
                </a:cubicBezTo>
                <a:cubicBezTo>
                  <a:pt x="138153" y="30952"/>
                  <a:pt x="107201" y="0"/>
                  <a:pt x="69076" y="0"/>
                </a:cubicBezTo>
                <a:cubicBezTo>
                  <a:pt x="30952" y="0"/>
                  <a:pt x="0" y="30952"/>
                  <a:pt x="0" y="69076"/>
                </a:cubicBezTo>
                <a:cubicBezTo>
                  <a:pt x="0" y="107201"/>
                  <a:pt x="30952" y="138153"/>
                  <a:pt x="69076" y="138153"/>
                </a:cubicBezTo>
                <a:close/>
                <a:moveTo>
                  <a:pt x="91850" y="57393"/>
                </a:moveTo>
                <a:lnTo>
                  <a:pt x="70264" y="91931"/>
                </a:lnTo>
                <a:cubicBezTo>
                  <a:pt x="69130" y="93739"/>
                  <a:pt x="67188" y="94872"/>
                  <a:pt x="65056" y="94980"/>
                </a:cubicBezTo>
                <a:cubicBezTo>
                  <a:pt x="62924" y="95088"/>
                  <a:pt x="60874" y="94117"/>
                  <a:pt x="59605" y="92390"/>
                </a:cubicBezTo>
                <a:lnTo>
                  <a:pt x="46654" y="75121"/>
                </a:lnTo>
                <a:cubicBezTo>
                  <a:pt x="44495" y="72260"/>
                  <a:pt x="45089" y="68213"/>
                  <a:pt x="47949" y="66054"/>
                </a:cubicBezTo>
                <a:cubicBezTo>
                  <a:pt x="50809" y="63896"/>
                  <a:pt x="54856" y="64489"/>
                  <a:pt x="57015" y="67350"/>
                </a:cubicBezTo>
                <a:lnTo>
                  <a:pt x="64300" y="77063"/>
                </a:lnTo>
                <a:lnTo>
                  <a:pt x="80868" y="50539"/>
                </a:lnTo>
                <a:cubicBezTo>
                  <a:pt x="82757" y="47517"/>
                  <a:pt x="86750" y="46573"/>
                  <a:pt x="89799" y="48488"/>
                </a:cubicBezTo>
                <a:cubicBezTo>
                  <a:pt x="92849" y="50404"/>
                  <a:pt x="93766" y="54371"/>
                  <a:pt x="91850" y="5742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11649" y="5336159"/>
            <a:ext cx="1709643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Zaman ve maliyet tasarrufu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2612" y="5647003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138153"/>
                </a:moveTo>
                <a:cubicBezTo>
                  <a:pt x="107201" y="138153"/>
                  <a:pt x="138153" y="107201"/>
                  <a:pt x="138153" y="69076"/>
                </a:cubicBezTo>
                <a:cubicBezTo>
                  <a:pt x="138153" y="30952"/>
                  <a:pt x="107201" y="0"/>
                  <a:pt x="69076" y="0"/>
                </a:cubicBezTo>
                <a:cubicBezTo>
                  <a:pt x="30952" y="0"/>
                  <a:pt x="0" y="30952"/>
                  <a:pt x="0" y="69076"/>
                </a:cubicBezTo>
                <a:cubicBezTo>
                  <a:pt x="0" y="107201"/>
                  <a:pt x="30952" y="138153"/>
                  <a:pt x="69076" y="138153"/>
                </a:cubicBezTo>
                <a:close/>
                <a:moveTo>
                  <a:pt x="91850" y="57393"/>
                </a:moveTo>
                <a:lnTo>
                  <a:pt x="70264" y="91931"/>
                </a:lnTo>
                <a:cubicBezTo>
                  <a:pt x="69130" y="93739"/>
                  <a:pt x="67188" y="94872"/>
                  <a:pt x="65056" y="94980"/>
                </a:cubicBezTo>
                <a:cubicBezTo>
                  <a:pt x="62924" y="95088"/>
                  <a:pt x="60874" y="94117"/>
                  <a:pt x="59605" y="92390"/>
                </a:cubicBezTo>
                <a:lnTo>
                  <a:pt x="46654" y="75121"/>
                </a:lnTo>
                <a:cubicBezTo>
                  <a:pt x="44495" y="72260"/>
                  <a:pt x="45089" y="68213"/>
                  <a:pt x="47949" y="66054"/>
                </a:cubicBezTo>
                <a:cubicBezTo>
                  <a:pt x="50809" y="63896"/>
                  <a:pt x="54856" y="64489"/>
                  <a:pt x="57015" y="67350"/>
                </a:cubicBezTo>
                <a:lnTo>
                  <a:pt x="64300" y="77063"/>
                </a:lnTo>
                <a:lnTo>
                  <a:pt x="80868" y="50539"/>
                </a:lnTo>
                <a:cubicBezTo>
                  <a:pt x="82757" y="47517"/>
                  <a:pt x="86750" y="46573"/>
                  <a:pt x="89799" y="48488"/>
                </a:cubicBezTo>
                <a:cubicBezTo>
                  <a:pt x="92849" y="50404"/>
                  <a:pt x="93766" y="54371"/>
                  <a:pt x="91850" y="5742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11649" y="5612465"/>
            <a:ext cx="227089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Bakım-onarım süreçlerinde verimlilik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8956" y="1355626"/>
            <a:ext cx="5647003" cy="1916873"/>
          </a:xfrm>
          <a:custGeom>
            <a:avLst/>
            <a:gdLst/>
            <a:ahLst/>
            <a:cxnLst/>
            <a:rect l="l" t="t" r="r" b="b"/>
            <a:pathLst>
              <a:path w="5647003" h="1916873">
                <a:moveTo>
                  <a:pt x="0" y="0"/>
                </a:moveTo>
                <a:lnTo>
                  <a:pt x="5647003" y="0"/>
                </a:lnTo>
                <a:lnTo>
                  <a:pt x="5647003" y="1916873"/>
                </a:lnTo>
                <a:lnTo>
                  <a:pt x="0" y="19168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0282" y="1536952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0" y="0"/>
                </a:moveTo>
                <a:lnTo>
                  <a:pt x="483535" y="0"/>
                </a:lnTo>
                <a:lnTo>
                  <a:pt x="483535" y="483535"/>
                </a:lnTo>
                <a:lnTo>
                  <a:pt x="0" y="483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82532" y="1675105"/>
            <a:ext cx="259037" cy="207229"/>
          </a:xfrm>
          <a:custGeom>
            <a:avLst/>
            <a:gdLst/>
            <a:ahLst/>
            <a:cxnLst/>
            <a:rect l="l" t="t" r="r" b="b"/>
            <a:pathLst>
              <a:path w="259037" h="207229">
                <a:moveTo>
                  <a:pt x="110091" y="0"/>
                </a:moveTo>
                <a:cubicBezTo>
                  <a:pt x="99365" y="0"/>
                  <a:pt x="90663" y="8702"/>
                  <a:pt x="90663" y="19428"/>
                </a:cubicBezTo>
                <a:lnTo>
                  <a:pt x="90663" y="25904"/>
                </a:lnTo>
                <a:lnTo>
                  <a:pt x="84187" y="25904"/>
                </a:lnTo>
                <a:cubicBezTo>
                  <a:pt x="66297" y="25904"/>
                  <a:pt x="51807" y="40394"/>
                  <a:pt x="51807" y="58283"/>
                </a:cubicBezTo>
                <a:lnTo>
                  <a:pt x="51807" y="102320"/>
                </a:lnTo>
                <a:lnTo>
                  <a:pt x="43065" y="105800"/>
                </a:lnTo>
                <a:cubicBezTo>
                  <a:pt x="37075" y="108188"/>
                  <a:pt x="33958" y="114867"/>
                  <a:pt x="36022" y="120978"/>
                </a:cubicBezTo>
                <a:cubicBezTo>
                  <a:pt x="40232" y="133647"/>
                  <a:pt x="46869" y="144980"/>
                  <a:pt x="55329" y="154613"/>
                </a:cubicBezTo>
                <a:cubicBezTo>
                  <a:pt x="63464" y="150889"/>
                  <a:pt x="72207" y="148987"/>
                  <a:pt x="80949" y="148946"/>
                </a:cubicBezTo>
                <a:cubicBezTo>
                  <a:pt x="94346" y="148865"/>
                  <a:pt x="107784" y="153075"/>
                  <a:pt x="119157" y="161655"/>
                </a:cubicBezTo>
                <a:lnTo>
                  <a:pt x="119805" y="162141"/>
                </a:lnTo>
                <a:lnTo>
                  <a:pt x="119805" y="75121"/>
                </a:lnTo>
                <a:lnTo>
                  <a:pt x="77711" y="91958"/>
                </a:lnTo>
                <a:lnTo>
                  <a:pt x="77711" y="58283"/>
                </a:lnTo>
                <a:cubicBezTo>
                  <a:pt x="77711" y="54722"/>
                  <a:pt x="80625" y="51807"/>
                  <a:pt x="84187" y="51807"/>
                </a:cubicBezTo>
                <a:lnTo>
                  <a:pt x="174850" y="51807"/>
                </a:lnTo>
                <a:cubicBezTo>
                  <a:pt x="178412" y="51807"/>
                  <a:pt x="181326" y="54722"/>
                  <a:pt x="181326" y="58283"/>
                </a:cubicBezTo>
                <a:lnTo>
                  <a:pt x="181326" y="91958"/>
                </a:lnTo>
                <a:lnTo>
                  <a:pt x="139232" y="75121"/>
                </a:lnTo>
                <a:lnTo>
                  <a:pt x="139232" y="162141"/>
                </a:lnTo>
                <a:lnTo>
                  <a:pt x="139880" y="161655"/>
                </a:lnTo>
                <a:cubicBezTo>
                  <a:pt x="151010" y="153277"/>
                  <a:pt x="164124" y="149027"/>
                  <a:pt x="177278" y="148946"/>
                </a:cubicBezTo>
                <a:cubicBezTo>
                  <a:pt x="186304" y="148906"/>
                  <a:pt x="195330" y="150768"/>
                  <a:pt x="203708" y="154613"/>
                </a:cubicBezTo>
                <a:cubicBezTo>
                  <a:pt x="212167" y="145020"/>
                  <a:pt x="218805" y="133647"/>
                  <a:pt x="223015" y="120978"/>
                </a:cubicBezTo>
                <a:cubicBezTo>
                  <a:pt x="225038" y="114826"/>
                  <a:pt x="221962" y="108188"/>
                  <a:pt x="215972" y="105800"/>
                </a:cubicBezTo>
                <a:lnTo>
                  <a:pt x="207229" y="102320"/>
                </a:lnTo>
                <a:lnTo>
                  <a:pt x="207229" y="58283"/>
                </a:lnTo>
                <a:cubicBezTo>
                  <a:pt x="207229" y="40394"/>
                  <a:pt x="192740" y="25904"/>
                  <a:pt x="174850" y="25904"/>
                </a:cubicBezTo>
                <a:lnTo>
                  <a:pt x="168374" y="25904"/>
                </a:lnTo>
                <a:lnTo>
                  <a:pt x="168374" y="19428"/>
                </a:lnTo>
                <a:cubicBezTo>
                  <a:pt x="168374" y="8702"/>
                  <a:pt x="159672" y="0"/>
                  <a:pt x="148946" y="0"/>
                </a:cubicBezTo>
                <a:lnTo>
                  <a:pt x="110091" y="0"/>
                </a:lnTo>
                <a:close/>
                <a:moveTo>
                  <a:pt x="163274" y="192699"/>
                </a:moveTo>
                <a:cubicBezTo>
                  <a:pt x="171895" y="186183"/>
                  <a:pt x="183471" y="186183"/>
                  <a:pt x="192092" y="192699"/>
                </a:cubicBezTo>
                <a:cubicBezTo>
                  <a:pt x="199782" y="198527"/>
                  <a:pt x="209051" y="204113"/>
                  <a:pt x="219291" y="206177"/>
                </a:cubicBezTo>
                <a:cubicBezTo>
                  <a:pt x="230017" y="208363"/>
                  <a:pt x="241269" y="206501"/>
                  <a:pt x="251954" y="198446"/>
                </a:cubicBezTo>
                <a:cubicBezTo>
                  <a:pt x="256244" y="195209"/>
                  <a:pt x="257094" y="189137"/>
                  <a:pt x="253856" y="184847"/>
                </a:cubicBezTo>
                <a:cubicBezTo>
                  <a:pt x="250618" y="180557"/>
                  <a:pt x="244547" y="179707"/>
                  <a:pt x="240257" y="182945"/>
                </a:cubicBezTo>
                <a:cubicBezTo>
                  <a:pt x="234226" y="187478"/>
                  <a:pt x="228681" y="188247"/>
                  <a:pt x="223136" y="187114"/>
                </a:cubicBezTo>
                <a:cubicBezTo>
                  <a:pt x="217105" y="185899"/>
                  <a:pt x="210629" y="182297"/>
                  <a:pt x="203789" y="177157"/>
                </a:cubicBezTo>
                <a:cubicBezTo>
                  <a:pt x="188247" y="165419"/>
                  <a:pt x="167160" y="165419"/>
                  <a:pt x="151577" y="177157"/>
                </a:cubicBezTo>
                <a:cubicBezTo>
                  <a:pt x="141863" y="184483"/>
                  <a:pt x="135104" y="187802"/>
                  <a:pt x="129518" y="187802"/>
                </a:cubicBezTo>
                <a:cubicBezTo>
                  <a:pt x="123933" y="187802"/>
                  <a:pt x="117174" y="184483"/>
                  <a:pt x="107460" y="177157"/>
                </a:cubicBezTo>
                <a:cubicBezTo>
                  <a:pt x="91918" y="165419"/>
                  <a:pt x="70830" y="165419"/>
                  <a:pt x="55248" y="177157"/>
                </a:cubicBezTo>
                <a:cubicBezTo>
                  <a:pt x="46505" y="183754"/>
                  <a:pt x="38532" y="187599"/>
                  <a:pt x="31408" y="187559"/>
                </a:cubicBezTo>
                <a:cubicBezTo>
                  <a:pt x="27523" y="187518"/>
                  <a:pt x="23354" y="186345"/>
                  <a:pt x="18780" y="182904"/>
                </a:cubicBezTo>
                <a:cubicBezTo>
                  <a:pt x="14490" y="179666"/>
                  <a:pt x="8419" y="180516"/>
                  <a:pt x="5181" y="184807"/>
                </a:cubicBezTo>
                <a:cubicBezTo>
                  <a:pt x="1943" y="189097"/>
                  <a:pt x="2833" y="195209"/>
                  <a:pt x="7124" y="198446"/>
                </a:cubicBezTo>
                <a:cubicBezTo>
                  <a:pt x="14854" y="204275"/>
                  <a:pt x="23070" y="206946"/>
                  <a:pt x="31327" y="206987"/>
                </a:cubicBezTo>
                <a:cubicBezTo>
                  <a:pt x="45048" y="207068"/>
                  <a:pt x="57352" y="199944"/>
                  <a:pt x="66985" y="192699"/>
                </a:cubicBezTo>
                <a:cubicBezTo>
                  <a:pt x="75606" y="186183"/>
                  <a:pt x="87182" y="186183"/>
                  <a:pt x="95803" y="192699"/>
                </a:cubicBezTo>
                <a:cubicBezTo>
                  <a:pt x="105598" y="200106"/>
                  <a:pt x="116971" y="207229"/>
                  <a:pt x="129559" y="207229"/>
                </a:cubicBezTo>
                <a:cubicBezTo>
                  <a:pt x="142146" y="207229"/>
                  <a:pt x="153479" y="200065"/>
                  <a:pt x="163315" y="19269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991971" y="1554221"/>
            <a:ext cx="2305428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GEMİ BAKIM BOYALARI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1971" y="1830527"/>
            <a:ext cx="2262255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Marin Uygulamalar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70282" y="2158640"/>
            <a:ext cx="5353428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Türkiye gemi bakım-onarım alanında güçlü bir ülke. </a:t>
            </a:r>
            <a:r>
              <a:rPr lang="en-US" sz="1088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Tuzlu suya ve yüksek neme dayanıklı ürünler </a:t>
            </a:r>
            <a:r>
              <a:rPr lang="en-US" sz="108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geliştiriliyor.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70282" y="2711252"/>
            <a:ext cx="5284351" cy="379921"/>
          </a:xfrm>
          <a:custGeom>
            <a:avLst/>
            <a:gdLst/>
            <a:ahLst/>
            <a:cxnLst/>
            <a:rect l="l" t="t" r="r" b="b"/>
            <a:pathLst>
              <a:path w="5284351" h="379921">
                <a:moveTo>
                  <a:pt x="0" y="0"/>
                </a:moveTo>
                <a:lnTo>
                  <a:pt x="5284351" y="0"/>
                </a:lnTo>
                <a:lnTo>
                  <a:pt x="5284351" y="379921"/>
                </a:lnTo>
                <a:lnTo>
                  <a:pt x="0" y="3799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83611" y="2840771"/>
            <a:ext cx="135994" cy="120884"/>
          </a:xfrm>
          <a:custGeom>
            <a:avLst/>
            <a:gdLst/>
            <a:ahLst/>
            <a:cxnLst/>
            <a:rect l="l" t="t" r="r" b="b"/>
            <a:pathLst>
              <a:path w="135994" h="120884">
                <a:moveTo>
                  <a:pt x="67997" y="15110"/>
                </a:moveTo>
                <a:cubicBezTo>
                  <a:pt x="63827" y="15110"/>
                  <a:pt x="60442" y="18496"/>
                  <a:pt x="60442" y="22666"/>
                </a:cubicBezTo>
                <a:cubicBezTo>
                  <a:pt x="60442" y="26836"/>
                  <a:pt x="63827" y="30221"/>
                  <a:pt x="67997" y="30221"/>
                </a:cubicBezTo>
                <a:cubicBezTo>
                  <a:pt x="72167" y="30221"/>
                  <a:pt x="75552" y="26836"/>
                  <a:pt x="75552" y="22666"/>
                </a:cubicBezTo>
                <a:cubicBezTo>
                  <a:pt x="75552" y="18496"/>
                  <a:pt x="72167" y="15110"/>
                  <a:pt x="67997" y="15110"/>
                </a:cubicBezTo>
                <a:close/>
                <a:moveTo>
                  <a:pt x="45331" y="22666"/>
                </a:moveTo>
                <a:cubicBezTo>
                  <a:pt x="45331" y="10152"/>
                  <a:pt x="55484" y="0"/>
                  <a:pt x="67997" y="0"/>
                </a:cubicBezTo>
                <a:cubicBezTo>
                  <a:pt x="80511" y="0"/>
                  <a:pt x="90663" y="10152"/>
                  <a:pt x="90663" y="22666"/>
                </a:cubicBezTo>
                <a:cubicBezTo>
                  <a:pt x="90663" y="32535"/>
                  <a:pt x="84359" y="40940"/>
                  <a:pt x="75552" y="44033"/>
                </a:cubicBezTo>
                <a:lnTo>
                  <a:pt x="75552" y="104923"/>
                </a:lnTo>
                <a:cubicBezTo>
                  <a:pt x="90403" y="101547"/>
                  <a:pt x="101571" y="88467"/>
                  <a:pt x="101972" y="72696"/>
                </a:cubicBezTo>
                <a:lnTo>
                  <a:pt x="98171" y="76025"/>
                </a:lnTo>
                <a:cubicBezTo>
                  <a:pt x="95810" y="78079"/>
                  <a:pt x="92245" y="77843"/>
                  <a:pt x="90167" y="75482"/>
                </a:cubicBezTo>
                <a:cubicBezTo>
                  <a:pt x="88089" y="73121"/>
                  <a:pt x="88349" y="69555"/>
                  <a:pt x="90710" y="67478"/>
                </a:cubicBezTo>
                <a:lnTo>
                  <a:pt x="105821" y="54256"/>
                </a:lnTo>
                <a:cubicBezTo>
                  <a:pt x="107946" y="52391"/>
                  <a:pt x="111156" y="52391"/>
                  <a:pt x="113281" y="54256"/>
                </a:cubicBezTo>
                <a:lnTo>
                  <a:pt x="128392" y="67478"/>
                </a:lnTo>
                <a:cubicBezTo>
                  <a:pt x="130753" y="69532"/>
                  <a:pt x="130989" y="73121"/>
                  <a:pt x="128935" y="75482"/>
                </a:cubicBezTo>
                <a:cubicBezTo>
                  <a:pt x="126881" y="77843"/>
                  <a:pt x="123292" y="78079"/>
                  <a:pt x="120931" y="76025"/>
                </a:cubicBezTo>
                <a:lnTo>
                  <a:pt x="117106" y="72696"/>
                </a:lnTo>
                <a:cubicBezTo>
                  <a:pt x="116610" y="99399"/>
                  <a:pt x="94818" y="120884"/>
                  <a:pt x="67997" y="120884"/>
                </a:cubicBezTo>
                <a:cubicBezTo>
                  <a:pt x="41176" y="120884"/>
                  <a:pt x="19384" y="99399"/>
                  <a:pt x="18888" y="72696"/>
                </a:cubicBezTo>
                <a:lnTo>
                  <a:pt x="15063" y="76048"/>
                </a:lnTo>
                <a:cubicBezTo>
                  <a:pt x="12702" y="78102"/>
                  <a:pt x="9137" y="77866"/>
                  <a:pt x="7059" y="75505"/>
                </a:cubicBezTo>
                <a:cubicBezTo>
                  <a:pt x="4982" y="73144"/>
                  <a:pt x="5241" y="69579"/>
                  <a:pt x="7602" y="67501"/>
                </a:cubicBezTo>
                <a:lnTo>
                  <a:pt x="22713" y="54280"/>
                </a:lnTo>
                <a:cubicBezTo>
                  <a:pt x="24838" y="52414"/>
                  <a:pt x="28049" y="52414"/>
                  <a:pt x="30174" y="54280"/>
                </a:cubicBezTo>
                <a:lnTo>
                  <a:pt x="45284" y="67501"/>
                </a:lnTo>
                <a:cubicBezTo>
                  <a:pt x="47645" y="69555"/>
                  <a:pt x="47881" y="73144"/>
                  <a:pt x="45827" y="75505"/>
                </a:cubicBezTo>
                <a:cubicBezTo>
                  <a:pt x="43773" y="77866"/>
                  <a:pt x="40184" y="78102"/>
                  <a:pt x="37823" y="76048"/>
                </a:cubicBezTo>
                <a:lnTo>
                  <a:pt x="34022" y="72719"/>
                </a:lnTo>
                <a:cubicBezTo>
                  <a:pt x="34447" y="88491"/>
                  <a:pt x="45615" y="101571"/>
                  <a:pt x="60442" y="104947"/>
                </a:cubicBezTo>
                <a:lnTo>
                  <a:pt x="60442" y="44056"/>
                </a:lnTo>
                <a:cubicBezTo>
                  <a:pt x="51635" y="40940"/>
                  <a:pt x="45331" y="32558"/>
                  <a:pt x="45331" y="22689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676283" y="2814867"/>
            <a:ext cx="4935177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Özel formülasyonlar ile global pazarda rekabetçi ürünler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8956" y="3427921"/>
            <a:ext cx="5647003" cy="1985949"/>
          </a:xfrm>
          <a:custGeom>
            <a:avLst/>
            <a:gdLst/>
            <a:ahLst/>
            <a:cxnLst/>
            <a:rect l="l" t="t" r="r" b="b"/>
            <a:pathLst>
              <a:path w="5647003" h="1985949">
                <a:moveTo>
                  <a:pt x="0" y="0"/>
                </a:moveTo>
                <a:lnTo>
                  <a:pt x="5647003" y="0"/>
                </a:lnTo>
                <a:lnTo>
                  <a:pt x="5647003" y="1985949"/>
                </a:lnTo>
                <a:lnTo>
                  <a:pt x="0" y="1985949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70282" y="3609246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0" y="0"/>
                </a:moveTo>
                <a:lnTo>
                  <a:pt x="483535" y="0"/>
                </a:lnTo>
                <a:lnTo>
                  <a:pt x="483535" y="483535"/>
                </a:lnTo>
                <a:lnTo>
                  <a:pt x="0" y="483535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1" name="Shape 39"/>
          <p:cNvSpPr/>
          <p:nvPr/>
        </p:nvSpPr>
        <p:spPr>
          <a:xfrm>
            <a:off x="6508435" y="3747399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61643" y="24285"/>
                </a:moveTo>
                <a:cubicBezTo>
                  <a:pt x="80342" y="-8095"/>
                  <a:pt x="127090" y="-8095"/>
                  <a:pt x="145789" y="24285"/>
                </a:cubicBezTo>
                <a:lnTo>
                  <a:pt x="160886" y="50431"/>
                </a:lnTo>
                <a:lnTo>
                  <a:pt x="172098" y="43955"/>
                </a:lnTo>
                <a:cubicBezTo>
                  <a:pt x="175497" y="41972"/>
                  <a:pt x="179747" y="42255"/>
                  <a:pt x="182864" y="44643"/>
                </a:cubicBezTo>
                <a:cubicBezTo>
                  <a:pt x="185980" y="47031"/>
                  <a:pt x="187356" y="51079"/>
                  <a:pt x="186345" y="54883"/>
                </a:cubicBezTo>
                <a:lnTo>
                  <a:pt x="176833" y="90258"/>
                </a:lnTo>
                <a:cubicBezTo>
                  <a:pt x="175457" y="95439"/>
                  <a:pt x="170114" y="98515"/>
                  <a:pt x="164934" y="97139"/>
                </a:cubicBezTo>
                <a:lnTo>
                  <a:pt x="129559" y="87668"/>
                </a:lnTo>
                <a:cubicBezTo>
                  <a:pt x="125754" y="86656"/>
                  <a:pt x="122962" y="83458"/>
                  <a:pt x="122435" y="79573"/>
                </a:cubicBezTo>
                <a:cubicBezTo>
                  <a:pt x="121909" y="75687"/>
                  <a:pt x="123812" y="71842"/>
                  <a:pt x="127211" y="69899"/>
                </a:cubicBezTo>
                <a:lnTo>
                  <a:pt x="138423" y="63424"/>
                </a:lnTo>
                <a:lnTo>
                  <a:pt x="123326" y="37277"/>
                </a:lnTo>
                <a:cubicBezTo>
                  <a:pt x="114583" y="22180"/>
                  <a:pt x="92808" y="22180"/>
                  <a:pt x="84066" y="37277"/>
                </a:cubicBezTo>
                <a:lnTo>
                  <a:pt x="81920" y="40960"/>
                </a:lnTo>
                <a:cubicBezTo>
                  <a:pt x="78359" y="47153"/>
                  <a:pt x="70426" y="49257"/>
                  <a:pt x="64233" y="45696"/>
                </a:cubicBezTo>
                <a:cubicBezTo>
                  <a:pt x="58040" y="42134"/>
                  <a:pt x="55936" y="34201"/>
                  <a:pt x="59498" y="27968"/>
                </a:cubicBezTo>
                <a:lnTo>
                  <a:pt x="61643" y="24285"/>
                </a:lnTo>
                <a:close/>
                <a:moveTo>
                  <a:pt x="182014" y="112964"/>
                </a:moveTo>
                <a:cubicBezTo>
                  <a:pt x="188206" y="109403"/>
                  <a:pt x="196139" y="111507"/>
                  <a:pt x="199701" y="117700"/>
                </a:cubicBezTo>
                <a:lnTo>
                  <a:pt x="201846" y="121383"/>
                </a:lnTo>
                <a:cubicBezTo>
                  <a:pt x="220546" y="153763"/>
                  <a:pt x="197192" y="194237"/>
                  <a:pt x="159793" y="194237"/>
                </a:cubicBezTo>
                <a:lnTo>
                  <a:pt x="129599" y="194237"/>
                </a:lnTo>
                <a:lnTo>
                  <a:pt x="129599" y="207189"/>
                </a:lnTo>
                <a:cubicBezTo>
                  <a:pt x="129599" y="211115"/>
                  <a:pt x="127252" y="214677"/>
                  <a:pt x="123609" y="216174"/>
                </a:cubicBezTo>
                <a:cubicBezTo>
                  <a:pt x="119966" y="217672"/>
                  <a:pt x="115798" y="216862"/>
                  <a:pt x="113005" y="214070"/>
                </a:cubicBezTo>
                <a:lnTo>
                  <a:pt x="87101" y="188166"/>
                </a:lnTo>
                <a:cubicBezTo>
                  <a:pt x="83297" y="184361"/>
                  <a:pt x="83297" y="178209"/>
                  <a:pt x="87101" y="174445"/>
                </a:cubicBezTo>
                <a:lnTo>
                  <a:pt x="113005" y="148541"/>
                </a:lnTo>
                <a:cubicBezTo>
                  <a:pt x="115798" y="145749"/>
                  <a:pt x="119966" y="144939"/>
                  <a:pt x="123609" y="146437"/>
                </a:cubicBezTo>
                <a:cubicBezTo>
                  <a:pt x="127252" y="147934"/>
                  <a:pt x="129599" y="151496"/>
                  <a:pt x="129599" y="155422"/>
                </a:cubicBezTo>
                <a:lnTo>
                  <a:pt x="129599" y="168374"/>
                </a:lnTo>
                <a:lnTo>
                  <a:pt x="159793" y="168374"/>
                </a:lnTo>
                <a:cubicBezTo>
                  <a:pt x="177238" y="168374"/>
                  <a:pt x="188166" y="149472"/>
                  <a:pt x="179423" y="134375"/>
                </a:cubicBezTo>
                <a:lnTo>
                  <a:pt x="177278" y="130692"/>
                </a:lnTo>
                <a:cubicBezTo>
                  <a:pt x="173717" y="124500"/>
                  <a:pt x="175821" y="116567"/>
                  <a:pt x="182014" y="113005"/>
                </a:cubicBezTo>
                <a:close/>
                <a:moveTo>
                  <a:pt x="20642" y="95277"/>
                </a:moveTo>
                <a:lnTo>
                  <a:pt x="9431" y="88801"/>
                </a:lnTo>
                <a:cubicBezTo>
                  <a:pt x="6031" y="86818"/>
                  <a:pt x="4128" y="83013"/>
                  <a:pt x="4655" y="79128"/>
                </a:cubicBezTo>
                <a:cubicBezTo>
                  <a:pt x="5181" y="75242"/>
                  <a:pt x="7973" y="72045"/>
                  <a:pt x="11778" y="71033"/>
                </a:cubicBezTo>
                <a:lnTo>
                  <a:pt x="47153" y="61521"/>
                </a:lnTo>
                <a:cubicBezTo>
                  <a:pt x="52334" y="60145"/>
                  <a:pt x="57676" y="63221"/>
                  <a:pt x="59052" y="68402"/>
                </a:cubicBezTo>
                <a:lnTo>
                  <a:pt x="68523" y="103777"/>
                </a:lnTo>
                <a:cubicBezTo>
                  <a:pt x="69535" y="107581"/>
                  <a:pt x="68159" y="111588"/>
                  <a:pt x="65043" y="114017"/>
                </a:cubicBezTo>
                <a:cubicBezTo>
                  <a:pt x="61926" y="116445"/>
                  <a:pt x="57676" y="116688"/>
                  <a:pt x="54276" y="114705"/>
                </a:cubicBezTo>
                <a:lnTo>
                  <a:pt x="43065" y="108229"/>
                </a:lnTo>
                <a:lnTo>
                  <a:pt x="27968" y="134375"/>
                </a:lnTo>
                <a:cubicBezTo>
                  <a:pt x="19225" y="149472"/>
                  <a:pt x="30154" y="168374"/>
                  <a:pt x="47598" y="168374"/>
                </a:cubicBezTo>
                <a:lnTo>
                  <a:pt x="51888" y="168374"/>
                </a:lnTo>
                <a:cubicBezTo>
                  <a:pt x="59052" y="168374"/>
                  <a:pt x="64840" y="174162"/>
                  <a:pt x="64840" y="181326"/>
                </a:cubicBezTo>
                <a:cubicBezTo>
                  <a:pt x="64840" y="188490"/>
                  <a:pt x="59052" y="194278"/>
                  <a:pt x="51888" y="194278"/>
                </a:cubicBezTo>
                <a:lnTo>
                  <a:pt x="47598" y="194278"/>
                </a:lnTo>
                <a:cubicBezTo>
                  <a:pt x="10240" y="194278"/>
                  <a:pt x="-13114" y="153803"/>
                  <a:pt x="5585" y="121424"/>
                </a:cubicBezTo>
                <a:lnTo>
                  <a:pt x="20642" y="95277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991971" y="3626516"/>
            <a:ext cx="1821892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SIFIR ATIK HEDEFİ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91971" y="3902822"/>
            <a:ext cx="1778720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Sürdürülebilirlik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70282" y="4230935"/>
            <a:ext cx="535342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Fabrikalar </a:t>
            </a:r>
            <a:r>
              <a:rPr lang="en-US" sz="1088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sıfır atık sistemi </a:t>
            </a:r>
            <a:r>
              <a:rPr lang="en-US" sz="1088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ile çalışıyor. Solventin %90'ı arıtılıp yeniden kullanılıyor.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0282" y="4576317"/>
            <a:ext cx="2590368" cy="656227"/>
          </a:xfrm>
          <a:custGeom>
            <a:avLst/>
            <a:gdLst/>
            <a:ahLst/>
            <a:cxnLst/>
            <a:rect l="l" t="t" r="r" b="b"/>
            <a:pathLst>
              <a:path w="2590368" h="656227">
                <a:moveTo>
                  <a:pt x="0" y="0"/>
                </a:moveTo>
                <a:lnTo>
                  <a:pt x="2590368" y="0"/>
                </a:lnTo>
                <a:lnTo>
                  <a:pt x="2590368" y="656227"/>
                </a:lnTo>
                <a:lnTo>
                  <a:pt x="0" y="6562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22090" y="4679932"/>
            <a:ext cx="2486754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%90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43676" y="4956238"/>
            <a:ext cx="244358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Solvent Geri Kazanımı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63321" y="4576317"/>
            <a:ext cx="2590368" cy="656227"/>
          </a:xfrm>
          <a:custGeom>
            <a:avLst/>
            <a:gdLst/>
            <a:ahLst/>
            <a:cxnLst/>
            <a:rect l="l" t="t" r="r" b="b"/>
            <a:pathLst>
              <a:path w="2590368" h="656227">
                <a:moveTo>
                  <a:pt x="0" y="0"/>
                </a:moveTo>
                <a:lnTo>
                  <a:pt x="2590368" y="0"/>
                </a:lnTo>
                <a:lnTo>
                  <a:pt x="2590368" y="656227"/>
                </a:lnTo>
                <a:lnTo>
                  <a:pt x="0" y="6562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115128" y="4679932"/>
            <a:ext cx="2486754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36715" y="4956238"/>
            <a:ext cx="244358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Atık Madde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49700" y="6152125"/>
            <a:ext cx="11492601" cy="492170"/>
          </a:xfrm>
          <a:custGeom>
            <a:avLst/>
            <a:gdLst/>
            <a:ahLst/>
            <a:cxnLst/>
            <a:rect l="l" t="t" r="r" b="b"/>
            <a:pathLst>
              <a:path w="11492601" h="492170">
                <a:moveTo>
                  <a:pt x="0" y="0"/>
                </a:moveTo>
                <a:lnTo>
                  <a:pt x="11492601" y="0"/>
                </a:lnTo>
                <a:lnTo>
                  <a:pt x="11492601" y="492170"/>
                </a:lnTo>
                <a:lnTo>
                  <a:pt x="0" y="49217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8074" y="6294595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51807" y="129518"/>
                </a:moveTo>
                <a:lnTo>
                  <a:pt x="9916" y="129518"/>
                </a:lnTo>
                <a:cubicBezTo>
                  <a:pt x="-162" y="129518"/>
                  <a:pt x="-6354" y="118550"/>
                  <a:pt x="-1174" y="109888"/>
                </a:cubicBezTo>
                <a:lnTo>
                  <a:pt x="20237" y="74190"/>
                </a:lnTo>
                <a:cubicBezTo>
                  <a:pt x="23759" y="68321"/>
                  <a:pt x="30073" y="64759"/>
                  <a:pt x="36913" y="64759"/>
                </a:cubicBezTo>
                <a:lnTo>
                  <a:pt x="75364" y="64759"/>
                </a:lnTo>
                <a:cubicBezTo>
                  <a:pt x="106165" y="12588"/>
                  <a:pt x="152103" y="9957"/>
                  <a:pt x="182823" y="14449"/>
                </a:cubicBezTo>
                <a:cubicBezTo>
                  <a:pt x="188004" y="15218"/>
                  <a:pt x="192052" y="19266"/>
                  <a:pt x="192780" y="24406"/>
                </a:cubicBezTo>
                <a:cubicBezTo>
                  <a:pt x="197273" y="55126"/>
                  <a:pt x="194642" y="101065"/>
                  <a:pt x="142470" y="131866"/>
                </a:cubicBezTo>
                <a:lnTo>
                  <a:pt x="142470" y="170317"/>
                </a:lnTo>
                <a:cubicBezTo>
                  <a:pt x="142470" y="177157"/>
                  <a:pt x="138908" y="183471"/>
                  <a:pt x="133040" y="186992"/>
                </a:cubicBezTo>
                <a:lnTo>
                  <a:pt x="97341" y="208403"/>
                </a:lnTo>
                <a:cubicBezTo>
                  <a:pt x="88720" y="213584"/>
                  <a:pt x="77711" y="207351"/>
                  <a:pt x="77711" y="197313"/>
                </a:cubicBezTo>
                <a:lnTo>
                  <a:pt x="77711" y="155422"/>
                </a:lnTo>
                <a:cubicBezTo>
                  <a:pt x="77711" y="141135"/>
                  <a:pt x="66095" y="129518"/>
                  <a:pt x="51807" y="129518"/>
                </a:cubicBezTo>
                <a:lnTo>
                  <a:pt x="51767" y="129518"/>
                </a:lnTo>
                <a:close/>
                <a:moveTo>
                  <a:pt x="161898" y="64759"/>
                </a:moveTo>
                <a:cubicBezTo>
                  <a:pt x="161898" y="54037"/>
                  <a:pt x="153193" y="45331"/>
                  <a:pt x="142470" y="45331"/>
                </a:cubicBezTo>
                <a:cubicBezTo>
                  <a:pt x="131748" y="45331"/>
                  <a:pt x="123042" y="54037"/>
                  <a:pt x="123042" y="64759"/>
                </a:cubicBezTo>
                <a:cubicBezTo>
                  <a:pt x="123042" y="75482"/>
                  <a:pt x="131748" y="84187"/>
                  <a:pt x="142470" y="84187"/>
                </a:cubicBezTo>
                <a:cubicBezTo>
                  <a:pt x="153193" y="84187"/>
                  <a:pt x="161898" y="75482"/>
                  <a:pt x="161898" y="64759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3" name="Text 51"/>
          <p:cNvSpPr/>
          <p:nvPr/>
        </p:nvSpPr>
        <p:spPr>
          <a:xfrm>
            <a:off x="889360" y="6294595"/>
            <a:ext cx="9834765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Ar-Ge Yatırımları:</a:t>
            </a:r>
            <a:r>
              <a:rPr lang="en-US" sz="1088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Şirketler Ar-Ge'ye ayırdıkları kaynakları her yıl artırıyor. Formülasyon geliştirme, test süreçleri ve sürdürülebilir teknolojiler üzerinde yoğunlaşılıyor.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ealsimple.com/b9c0a405049caa193083ec6838d7f614430ee6d2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DFF00">
                  <a:alpha val="20000"/>
                </a:srgbClr>
              </a:gs>
              <a:gs pos="50000">
                <a:srgbClr val="000000">
                  <a:alpha val="80000"/>
                </a:srgbClr>
              </a:gs>
              <a:gs pos="100000">
                <a:srgbClr val="000000"/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44141" y="-42333"/>
            <a:ext cx="1204148" cy="489185"/>
          </a:xfrm>
          <a:custGeom>
            <a:avLst/>
            <a:gdLst/>
            <a:ahLst/>
            <a:cxnLst/>
            <a:rect l="l" t="t" r="r" b="b"/>
            <a:pathLst>
              <a:path w="1204148" h="489185">
                <a:moveTo>
                  <a:pt x="0" y="0"/>
                </a:moveTo>
                <a:lnTo>
                  <a:pt x="1204148" y="0"/>
                </a:lnTo>
                <a:lnTo>
                  <a:pt x="1204148" y="489185"/>
                </a:lnTo>
                <a:lnTo>
                  <a:pt x="0" y="489185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5646877" y="61148"/>
            <a:ext cx="899951" cy="272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kern="0" spc="148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SONUÇ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80711" y="672630"/>
            <a:ext cx="3828815" cy="141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4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DOĞRU BOYA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44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SEÇİMİ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93779" y="2309519"/>
            <a:ext cx="1204148" cy="37630"/>
          </a:xfrm>
          <a:custGeom>
            <a:avLst/>
            <a:gdLst/>
            <a:ahLst/>
            <a:cxnLst/>
            <a:rect l="l" t="t" r="r" b="b"/>
            <a:pathLst>
              <a:path w="1204148" h="37630">
                <a:moveTo>
                  <a:pt x="0" y="0"/>
                </a:moveTo>
                <a:lnTo>
                  <a:pt x="1204148" y="0"/>
                </a:lnTo>
                <a:lnTo>
                  <a:pt x="1204148" y="37630"/>
                </a:lnTo>
                <a:lnTo>
                  <a:pt x="0" y="3763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1825037" y="2949222"/>
            <a:ext cx="8541926" cy="73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78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Doğru boya seçimi, profesyonel uygulama ve düzenli bakım ile </a:t>
            </a:r>
            <a:r>
              <a:rPr lang="en-US" sz="1778" dirty="0">
                <a:solidFill>
                  <a:srgbClr val="DDFF00"/>
                </a:solidFill>
                <a:highlight>
                  <a:srgbClr val="DDFF00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yaşam alanlarınızı yenileyebilir </a:t>
            </a:r>
            <a:r>
              <a:rPr lang="en-US" sz="1778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estetik ve dayanıklı sonuçlar elde edebilirsiniz.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86185" y="3988741"/>
            <a:ext cx="2652889" cy="1401704"/>
          </a:xfrm>
          <a:custGeom>
            <a:avLst/>
            <a:gdLst/>
            <a:ahLst/>
            <a:cxnLst/>
            <a:rect l="l" t="t" r="r" b="b"/>
            <a:pathLst>
              <a:path w="2652889" h="1401704">
                <a:moveTo>
                  <a:pt x="0" y="0"/>
                </a:moveTo>
                <a:lnTo>
                  <a:pt x="2652889" y="0"/>
                </a:lnTo>
                <a:lnTo>
                  <a:pt x="2652889" y="1401704"/>
                </a:lnTo>
                <a:lnTo>
                  <a:pt x="0" y="14017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20513" y="4181593"/>
            <a:ext cx="381000" cy="338667"/>
          </a:xfrm>
          <a:custGeom>
            <a:avLst/>
            <a:gdLst/>
            <a:ahLst/>
            <a:cxnLst/>
            <a:rect l="l" t="t" r="r" b="b"/>
            <a:pathLst>
              <a:path w="381000" h="338667">
                <a:moveTo>
                  <a:pt x="317831" y="6813"/>
                </a:moveTo>
                <a:lnTo>
                  <a:pt x="171384" y="104510"/>
                </a:lnTo>
                <a:cubicBezTo>
                  <a:pt x="152135" y="117343"/>
                  <a:pt x="139898" y="138179"/>
                  <a:pt x="137914" y="160933"/>
                </a:cubicBezTo>
                <a:cubicBezTo>
                  <a:pt x="179123" y="169399"/>
                  <a:pt x="211601" y="201877"/>
                  <a:pt x="220133" y="243152"/>
                </a:cubicBezTo>
                <a:cubicBezTo>
                  <a:pt x="242954" y="241168"/>
                  <a:pt x="263723" y="228931"/>
                  <a:pt x="276556" y="209682"/>
                </a:cubicBezTo>
                <a:lnTo>
                  <a:pt x="374187" y="63169"/>
                </a:lnTo>
                <a:cubicBezTo>
                  <a:pt x="378619" y="56489"/>
                  <a:pt x="381000" y="48683"/>
                  <a:pt x="381000" y="40614"/>
                </a:cubicBezTo>
                <a:cubicBezTo>
                  <a:pt x="381000" y="18190"/>
                  <a:pt x="362810" y="0"/>
                  <a:pt x="340386" y="0"/>
                </a:cubicBezTo>
                <a:cubicBezTo>
                  <a:pt x="332383" y="0"/>
                  <a:pt x="324511" y="2381"/>
                  <a:pt x="317831" y="6813"/>
                </a:cubicBezTo>
                <a:close/>
                <a:moveTo>
                  <a:pt x="190500" y="264583"/>
                </a:moveTo>
                <a:cubicBezTo>
                  <a:pt x="190500" y="223639"/>
                  <a:pt x="157361" y="190500"/>
                  <a:pt x="116417" y="190500"/>
                </a:cubicBezTo>
                <a:cubicBezTo>
                  <a:pt x="75472" y="190500"/>
                  <a:pt x="42333" y="223639"/>
                  <a:pt x="42333" y="264583"/>
                </a:cubicBezTo>
                <a:cubicBezTo>
                  <a:pt x="42333" y="267163"/>
                  <a:pt x="42466" y="269743"/>
                  <a:pt x="42730" y="272256"/>
                </a:cubicBezTo>
                <a:cubicBezTo>
                  <a:pt x="43921" y="283832"/>
                  <a:pt x="35983" y="296333"/>
                  <a:pt x="24342" y="296333"/>
                </a:cubicBezTo>
                <a:lnTo>
                  <a:pt x="21167" y="296333"/>
                </a:lnTo>
                <a:cubicBezTo>
                  <a:pt x="9459" y="296333"/>
                  <a:pt x="0" y="305792"/>
                  <a:pt x="0" y="317500"/>
                </a:cubicBezTo>
                <a:cubicBezTo>
                  <a:pt x="0" y="329208"/>
                  <a:pt x="9459" y="338667"/>
                  <a:pt x="21167" y="338667"/>
                </a:cubicBezTo>
                <a:lnTo>
                  <a:pt x="116417" y="338667"/>
                </a:lnTo>
                <a:cubicBezTo>
                  <a:pt x="157361" y="338667"/>
                  <a:pt x="190500" y="305528"/>
                  <a:pt x="190500" y="264583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1" name="Text 8"/>
          <p:cNvSpPr/>
          <p:nvPr/>
        </p:nvSpPr>
        <p:spPr>
          <a:xfrm>
            <a:off x="2032000" y="4633148"/>
            <a:ext cx="2361259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Doğru Seçim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41407" y="4971815"/>
            <a:ext cx="2342444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Kullanım alanına uygun boya türü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71025" y="3988741"/>
            <a:ext cx="2652889" cy="1401704"/>
          </a:xfrm>
          <a:custGeom>
            <a:avLst/>
            <a:gdLst/>
            <a:ahLst/>
            <a:cxnLst/>
            <a:rect l="l" t="t" r="r" b="b"/>
            <a:pathLst>
              <a:path w="2652889" h="1401704">
                <a:moveTo>
                  <a:pt x="0" y="0"/>
                </a:moveTo>
                <a:lnTo>
                  <a:pt x="2652889" y="0"/>
                </a:lnTo>
                <a:lnTo>
                  <a:pt x="2652889" y="1401704"/>
                </a:lnTo>
                <a:lnTo>
                  <a:pt x="0" y="14017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05353" y="4181593"/>
            <a:ext cx="381000" cy="338667"/>
          </a:xfrm>
          <a:custGeom>
            <a:avLst/>
            <a:gdLst/>
            <a:ahLst/>
            <a:cxnLst/>
            <a:rect l="l" t="t" r="r" b="b"/>
            <a:pathLst>
              <a:path w="381000" h="338667">
                <a:moveTo>
                  <a:pt x="148233" y="64228"/>
                </a:moveTo>
                <a:lnTo>
                  <a:pt x="148233" y="97036"/>
                </a:lnTo>
                <a:lnTo>
                  <a:pt x="148564" y="97367"/>
                </a:lnTo>
                <a:cubicBezTo>
                  <a:pt x="152863" y="42862"/>
                  <a:pt x="198438" y="0"/>
                  <a:pt x="254066" y="0"/>
                </a:cubicBezTo>
                <a:cubicBezTo>
                  <a:pt x="267361" y="0"/>
                  <a:pt x="280128" y="2447"/>
                  <a:pt x="291835" y="6945"/>
                </a:cubicBezTo>
                <a:cubicBezTo>
                  <a:pt x="298450" y="9459"/>
                  <a:pt x="299641" y="17859"/>
                  <a:pt x="294680" y="22886"/>
                </a:cubicBezTo>
                <a:lnTo>
                  <a:pt x="236008" y="81558"/>
                </a:lnTo>
                <a:cubicBezTo>
                  <a:pt x="234024" y="83542"/>
                  <a:pt x="232899" y="86254"/>
                  <a:pt x="232899" y="89032"/>
                </a:cubicBezTo>
                <a:lnTo>
                  <a:pt x="232899" y="116417"/>
                </a:lnTo>
                <a:cubicBezTo>
                  <a:pt x="232899" y="122238"/>
                  <a:pt x="237662" y="127000"/>
                  <a:pt x="243483" y="127000"/>
                </a:cubicBezTo>
                <a:lnTo>
                  <a:pt x="270867" y="127000"/>
                </a:lnTo>
                <a:cubicBezTo>
                  <a:pt x="273645" y="127000"/>
                  <a:pt x="276357" y="125876"/>
                  <a:pt x="278342" y="123891"/>
                </a:cubicBezTo>
                <a:lnTo>
                  <a:pt x="337013" y="65220"/>
                </a:lnTo>
                <a:cubicBezTo>
                  <a:pt x="342040" y="60193"/>
                  <a:pt x="350441" y="61449"/>
                  <a:pt x="352954" y="68064"/>
                </a:cubicBezTo>
                <a:cubicBezTo>
                  <a:pt x="357452" y="79772"/>
                  <a:pt x="359899" y="92538"/>
                  <a:pt x="359899" y="105833"/>
                </a:cubicBezTo>
                <a:cubicBezTo>
                  <a:pt x="359899" y="145918"/>
                  <a:pt x="337608" y="180843"/>
                  <a:pt x="304668" y="198768"/>
                </a:cubicBezTo>
                <a:lnTo>
                  <a:pt x="358577" y="252677"/>
                </a:lnTo>
                <a:cubicBezTo>
                  <a:pt x="370946" y="265046"/>
                  <a:pt x="370946" y="285155"/>
                  <a:pt x="358577" y="297590"/>
                </a:cubicBezTo>
                <a:lnTo>
                  <a:pt x="318823" y="337344"/>
                </a:lnTo>
                <a:cubicBezTo>
                  <a:pt x="306454" y="349713"/>
                  <a:pt x="286345" y="349713"/>
                  <a:pt x="273910" y="337344"/>
                </a:cubicBezTo>
                <a:lnTo>
                  <a:pt x="190566" y="254000"/>
                </a:lnTo>
                <a:cubicBezTo>
                  <a:pt x="172442" y="235876"/>
                  <a:pt x="168341" y="209087"/>
                  <a:pt x="178329" y="186994"/>
                </a:cubicBezTo>
                <a:lnTo>
                  <a:pt x="118335" y="127000"/>
                </a:lnTo>
                <a:lnTo>
                  <a:pt x="85527" y="127000"/>
                </a:lnTo>
                <a:cubicBezTo>
                  <a:pt x="78449" y="127000"/>
                  <a:pt x="71834" y="123494"/>
                  <a:pt x="67932" y="117607"/>
                </a:cubicBezTo>
                <a:lnTo>
                  <a:pt x="15478" y="38960"/>
                </a:lnTo>
                <a:cubicBezTo>
                  <a:pt x="12700" y="34793"/>
                  <a:pt x="13229" y="29170"/>
                  <a:pt x="16801" y="25598"/>
                </a:cubicBezTo>
                <a:lnTo>
                  <a:pt x="46831" y="-4432"/>
                </a:lnTo>
                <a:cubicBezTo>
                  <a:pt x="50403" y="-8004"/>
                  <a:pt x="55959" y="-8533"/>
                  <a:pt x="60193" y="-5755"/>
                </a:cubicBezTo>
                <a:lnTo>
                  <a:pt x="138840" y="46633"/>
                </a:lnTo>
                <a:cubicBezTo>
                  <a:pt x="144727" y="50535"/>
                  <a:pt x="148233" y="57150"/>
                  <a:pt x="148233" y="64228"/>
                </a:cubicBezTo>
                <a:close/>
                <a:moveTo>
                  <a:pt x="142610" y="196189"/>
                </a:moveTo>
                <a:cubicBezTo>
                  <a:pt x="138443" y="220663"/>
                  <a:pt x="144198" y="246526"/>
                  <a:pt x="160073" y="267229"/>
                </a:cubicBezTo>
                <a:lnTo>
                  <a:pt x="97234" y="330002"/>
                </a:lnTo>
                <a:cubicBezTo>
                  <a:pt x="78647" y="348589"/>
                  <a:pt x="48485" y="348589"/>
                  <a:pt x="29898" y="330002"/>
                </a:cubicBezTo>
                <a:cubicBezTo>
                  <a:pt x="11311" y="311415"/>
                  <a:pt x="11311" y="281252"/>
                  <a:pt x="29898" y="262665"/>
                </a:cubicBezTo>
                <a:lnTo>
                  <a:pt x="119459" y="173104"/>
                </a:lnTo>
                <a:lnTo>
                  <a:pt x="142610" y="19625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5" name="Text 12"/>
          <p:cNvSpPr/>
          <p:nvPr/>
        </p:nvSpPr>
        <p:spPr>
          <a:xfrm>
            <a:off x="4916840" y="4633148"/>
            <a:ext cx="2361259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Profesyonel Uygulama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26248" y="4971815"/>
            <a:ext cx="2342444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Doğru teknikler ve yüzey hazırlığı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56013" y="3988741"/>
            <a:ext cx="2652889" cy="1401704"/>
          </a:xfrm>
          <a:custGeom>
            <a:avLst/>
            <a:gdLst/>
            <a:ahLst/>
            <a:cxnLst/>
            <a:rect l="l" t="t" r="r" b="b"/>
            <a:pathLst>
              <a:path w="2652889" h="1401704">
                <a:moveTo>
                  <a:pt x="0" y="0"/>
                </a:moveTo>
                <a:lnTo>
                  <a:pt x="2652889" y="0"/>
                </a:lnTo>
                <a:lnTo>
                  <a:pt x="2652889" y="1401704"/>
                </a:lnTo>
                <a:lnTo>
                  <a:pt x="0" y="14017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11507" y="4181593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cubicBezTo>
                  <a:pt x="172376" y="0"/>
                  <a:pt x="175419" y="661"/>
                  <a:pt x="178197" y="1918"/>
                </a:cubicBezTo>
                <a:lnTo>
                  <a:pt x="302816" y="54769"/>
                </a:lnTo>
                <a:cubicBezTo>
                  <a:pt x="317368" y="60920"/>
                  <a:pt x="328216" y="75274"/>
                  <a:pt x="328149" y="92604"/>
                </a:cubicBezTo>
                <a:cubicBezTo>
                  <a:pt x="327819" y="158221"/>
                  <a:pt x="300831" y="278276"/>
                  <a:pt x="186862" y="332846"/>
                </a:cubicBezTo>
                <a:cubicBezTo>
                  <a:pt x="175816" y="338138"/>
                  <a:pt x="162983" y="338138"/>
                  <a:pt x="151937" y="332846"/>
                </a:cubicBezTo>
                <a:cubicBezTo>
                  <a:pt x="37902" y="278276"/>
                  <a:pt x="10980" y="158221"/>
                  <a:pt x="10649" y="92604"/>
                </a:cubicBezTo>
                <a:cubicBezTo>
                  <a:pt x="10583" y="75274"/>
                  <a:pt x="21431" y="60920"/>
                  <a:pt x="35983" y="54769"/>
                </a:cubicBezTo>
                <a:lnTo>
                  <a:pt x="160536" y="1918"/>
                </a:lnTo>
                <a:cubicBezTo>
                  <a:pt x="163314" y="661"/>
                  <a:pt x="166291" y="0"/>
                  <a:pt x="169333" y="0"/>
                </a:cubicBezTo>
                <a:close/>
                <a:moveTo>
                  <a:pt x="169333" y="44185"/>
                </a:moveTo>
                <a:lnTo>
                  <a:pt x="169333" y="294283"/>
                </a:lnTo>
                <a:cubicBezTo>
                  <a:pt x="260615" y="250097"/>
                  <a:pt x="285155" y="152202"/>
                  <a:pt x="285750" y="93596"/>
                </a:cubicBezTo>
                <a:lnTo>
                  <a:pt x="169333" y="44252"/>
                </a:lnTo>
                <a:lnTo>
                  <a:pt x="169333" y="44252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9" name="Text 16"/>
          <p:cNvSpPr/>
          <p:nvPr/>
        </p:nvSpPr>
        <p:spPr>
          <a:xfrm>
            <a:off x="7801828" y="4633148"/>
            <a:ext cx="2361259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Düzenli Bakım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811235" y="4971815"/>
            <a:ext cx="2342444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Uzun ömürlü ve kalıcı sonuçlar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890889" y="5705593"/>
            <a:ext cx="8410222" cy="658519"/>
          </a:xfrm>
          <a:custGeom>
            <a:avLst/>
            <a:gdLst/>
            <a:ahLst/>
            <a:cxnLst/>
            <a:rect l="l" t="t" r="r" b="b"/>
            <a:pathLst>
              <a:path w="8410222" h="658519">
                <a:moveTo>
                  <a:pt x="0" y="0"/>
                </a:moveTo>
                <a:lnTo>
                  <a:pt x="8410222" y="0"/>
                </a:lnTo>
                <a:lnTo>
                  <a:pt x="8410222" y="658519"/>
                </a:lnTo>
                <a:lnTo>
                  <a:pt x="0" y="658519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20000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63883" y="5931370"/>
            <a:ext cx="141111" cy="188148"/>
          </a:xfrm>
          <a:custGeom>
            <a:avLst/>
            <a:gdLst/>
            <a:ahLst/>
            <a:cxnLst/>
            <a:rect l="l" t="t" r="r" b="b"/>
            <a:pathLst>
              <a:path w="141111" h="188148">
                <a:moveTo>
                  <a:pt x="107634" y="141111"/>
                </a:moveTo>
                <a:cubicBezTo>
                  <a:pt x="110317" y="132916"/>
                  <a:pt x="115682" y="125493"/>
                  <a:pt x="121745" y="119099"/>
                </a:cubicBezTo>
                <a:cubicBezTo>
                  <a:pt x="133762" y="106458"/>
                  <a:pt x="141111" y="89370"/>
                  <a:pt x="141111" y="70556"/>
                </a:cubicBezTo>
                <a:cubicBezTo>
                  <a:pt x="141111" y="31603"/>
                  <a:pt x="109508" y="0"/>
                  <a:pt x="70556" y="0"/>
                </a:cubicBezTo>
                <a:cubicBezTo>
                  <a:pt x="31603" y="0"/>
                  <a:pt x="0" y="31603"/>
                  <a:pt x="0" y="70556"/>
                </a:cubicBezTo>
                <a:cubicBezTo>
                  <a:pt x="0" y="89370"/>
                  <a:pt x="7350" y="106458"/>
                  <a:pt x="19366" y="119099"/>
                </a:cubicBezTo>
                <a:cubicBezTo>
                  <a:pt x="25429" y="125493"/>
                  <a:pt x="30831" y="132916"/>
                  <a:pt x="33477" y="141111"/>
                </a:cubicBezTo>
                <a:lnTo>
                  <a:pt x="107597" y="141111"/>
                </a:lnTo>
                <a:close/>
                <a:moveTo>
                  <a:pt x="105833" y="158750"/>
                </a:moveTo>
                <a:lnTo>
                  <a:pt x="35278" y="158750"/>
                </a:lnTo>
                <a:lnTo>
                  <a:pt x="35278" y="164630"/>
                </a:lnTo>
                <a:cubicBezTo>
                  <a:pt x="35278" y="180872"/>
                  <a:pt x="48433" y="194028"/>
                  <a:pt x="64676" y="194028"/>
                </a:cubicBezTo>
                <a:lnTo>
                  <a:pt x="76435" y="194028"/>
                </a:lnTo>
                <a:cubicBezTo>
                  <a:pt x="92678" y="194028"/>
                  <a:pt x="105833" y="180872"/>
                  <a:pt x="105833" y="164630"/>
                </a:cubicBezTo>
                <a:lnTo>
                  <a:pt x="105833" y="158750"/>
                </a:lnTo>
                <a:close/>
                <a:moveTo>
                  <a:pt x="67616" y="41157"/>
                </a:moveTo>
                <a:cubicBezTo>
                  <a:pt x="52990" y="41157"/>
                  <a:pt x="41157" y="52990"/>
                  <a:pt x="41157" y="67616"/>
                </a:cubicBezTo>
                <a:cubicBezTo>
                  <a:pt x="41157" y="72503"/>
                  <a:pt x="37225" y="76435"/>
                  <a:pt x="32338" y="76435"/>
                </a:cubicBezTo>
                <a:cubicBezTo>
                  <a:pt x="27451" y="76435"/>
                  <a:pt x="23519" y="72503"/>
                  <a:pt x="23519" y="67616"/>
                </a:cubicBezTo>
                <a:cubicBezTo>
                  <a:pt x="23519" y="43252"/>
                  <a:pt x="43252" y="23519"/>
                  <a:pt x="67616" y="23519"/>
                </a:cubicBezTo>
                <a:cubicBezTo>
                  <a:pt x="72503" y="23519"/>
                  <a:pt x="76435" y="27451"/>
                  <a:pt x="76435" y="32338"/>
                </a:cubicBezTo>
                <a:cubicBezTo>
                  <a:pt x="76435" y="37225"/>
                  <a:pt x="72503" y="41157"/>
                  <a:pt x="67616" y="4115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3" name="Text 20"/>
          <p:cNvSpPr/>
          <p:nvPr/>
        </p:nvSpPr>
        <p:spPr>
          <a:xfrm>
            <a:off x="2360214" y="5903148"/>
            <a:ext cx="7790379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Unutmayın:</a:t>
            </a:r>
            <a:r>
              <a:rPr lang="en-US" sz="148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Kaliteli boya + Doğru uygulama = Mükemmel sonuç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654462" y="6561667"/>
            <a:ext cx="2878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1395</Words>
  <Application>Microsoft Office PowerPoint</Application>
  <PresentationFormat>Geniş ekran</PresentationFormat>
  <Paragraphs>363</Paragraphs>
  <Slides>19</Slides>
  <Notes>19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3" baseType="lpstr">
      <vt:lpstr>Arial</vt:lpstr>
      <vt:lpstr>微软雅黑</vt:lpstr>
      <vt:lpstr>Liter</vt:lpstr>
      <vt:lpstr>Custom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BOYA VE BADANALAR</dc:title>
  <dc:subject>BOYA VE BADANALAR</dc:subject>
  <dc:creator>Kimi</dc:creator>
  <cp:lastModifiedBy>ADMİN</cp:lastModifiedBy>
  <cp:revision>2</cp:revision>
  <dcterms:created xsi:type="dcterms:W3CDTF">2026-04-16T22:16:11Z</dcterms:created>
  <dcterms:modified xsi:type="dcterms:W3CDTF">2026-04-16T22:18:00Z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{"Label":"BOYA VE BADANALAR","ContentProducer":"001191110108MACG2KBH8F10000","ProduceID":"19d98587-9f02-8b91-8000-00007a82b89b","ReservedCode1":"","ContentPropagator":"001191110108MACG2KBH8F20000","PropagateID":"19d98587-9f02-8b91-8000-00007a82b89b","ReservedCode2":""}</vt:lpwstr>
  </property>
</Properties>
</file>